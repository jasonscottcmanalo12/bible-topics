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6E7B3-73DF-49D1-AF83-9423390EA4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2C62F3-F65D-48CF-B663-D2212D2AC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67A37-935E-4B46-A0FF-9CDD887A3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07/03/2023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F4085-E11F-4A85-859F-5334C69B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C5671-1246-4A64-BC93-86C123C55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89867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9216D-D289-4EF2-A5A5-EA93E280A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DB4E1-D1CA-47DD-ADBA-BF45AE1B4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FE918-78B6-479C-8D3C-8C78B460D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07/03/2023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45115-E4CE-45B9-82BD-EEF6A3D4F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0E6DB-7E8B-4C44-8289-FF9B5EC77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40978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E39EB-8C37-402D-B610-B5875BD31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C92C9-5144-4380-A8AA-426D3DE5D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603FC-50B2-4676-92DE-6BC389ECD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07/03/2023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9330C-FBF9-4414-BAE7-E42B2E4CA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69596-BAAD-469D-9EBB-15FDE1E23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99853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46D1D-2B37-418A-9D33-4F671E7EE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B25B5-2C09-403F-A5CB-C5ACBFD6EE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90D495-78D4-484E-AA3F-1E8A6B6F5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6AC27-2E0C-494B-8B91-F3A8F1E53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07/03/2023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C4E4F-744C-4B43-997E-0B54A5E87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CDD7A8-9DFF-4035-B919-5FB3BF0B1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34370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482C-0B73-437F-B280-751B9A855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7605C-849B-4EE9-987F-67B7B64F9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41239-D8E9-42DC-9A27-08E053F40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8CA4CA-6522-440D-90B4-8819C8D503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F18FD8-A995-498D-955A-C569488B17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47AAF1-270D-42E9-84B8-F9396E7B4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07/03/2023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C791BB-63E7-4B75-8FCF-222B4E473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18CDA9-0508-42CC-973F-7F3AAB0F0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76550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FEBC-ECAC-4F32-B499-2034819F4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5852E-0702-4FCF-B177-91FE50C9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07/03/2023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464038-E14D-413A-94A4-6BE3D85B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29372C-7334-4381-BBBE-2F012145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78983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D54989-D2DF-4117-96C3-2F7901D46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07/03/2023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D6C180-40F0-46F3-891F-68CF51387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2FBA7-6DD3-48D3-BA99-BCA10E418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0537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BAD24-5EC5-4541-8A2E-5861F40B5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1BF6F-D3E1-4DD4-9FA9-4EC2EB715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843FD-F7FC-4F08-8C2F-4C01532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165B8-D6D3-4059-ABA7-67FB99EF3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07/03/2023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C267A-3C88-4E67-8E6A-541E045FF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A05BC-4BF4-4A99-B792-22165B39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48604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ABE63-8587-49BA-933E-07307F097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005AB0-BE11-4334-9019-A72E673609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3E971-73FD-4929-BD69-EB6A52DFF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C5BAD-B13B-4E6E-803F-423DE1290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07/03/2023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0CD5C-F723-4E5A-94FE-E58D44866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5B57D-8182-451F-94D4-9476FDD4D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95362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19572-4FFC-4B58-A371-C2DE0AFFE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533BF-355C-4628-A058-68AC8BA98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71BA6-7C42-40AB-9DA0-AAD095CAB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07/03/2023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B28F8-D309-436C-AF75-551C518F0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155EA-3509-4958-A7CC-B3552C407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35088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80760-72C7-4E0F-BC1B-0458A41A47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06827-4955-41EB-8368-E0520323D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B8C8F-6852-4851-BBA6-A0F395406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07/03/2023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75E28-8AF7-4CF6-A778-810AF9273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596CD-3807-450A-BDB4-873D94C5F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36387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16AEC9-D963-40F9-9545-8973EBB0C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FDAEE-9CBA-47C2-ACDB-DBF7252E2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63743-117C-49DC-AC5B-A379907241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B58AA-81CB-404E-AC05-DCB20BEE1560}" type="datetimeFigureOut">
              <a:rPr lang="en-PH" smtClean="0"/>
              <a:t>07/03/2023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07DAB-90A1-4B29-BDA7-4675138E3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4F00A-CE6E-4EBD-83EB-ED3454CDA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68002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blegateway.com/passage/?search=Exodus%203%3A14&amp;version=NIV#fen-NIV-1594a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blegateway.com/quicksearch/?qs_version=NIV&amp;quicksearch=who+sent+me&amp;startnumber=1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CEEE-FDF1-4F33-A996-3A8F92E6F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099620"/>
          </a:xfrm>
        </p:spPr>
        <p:txBody>
          <a:bodyPr>
            <a:noAutofit/>
          </a:bodyPr>
          <a:lstStyle/>
          <a:p>
            <a:r>
              <a:rPr lang="en-US" sz="4000" b="1" i="0" baseline="30000" dirty="0">
                <a:solidFill>
                  <a:srgbClr val="000000"/>
                </a:solidFill>
                <a:effectLst/>
                <a:latin typeface="system-ui"/>
              </a:rPr>
              <a:t>25 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As she was being brought out, she 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system-ui"/>
              </a:rPr>
              <a:t>sent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 a 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system-ui"/>
              </a:rPr>
              <a:t>me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ssage to her father-in-law. “I am pregnant by the man 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system-ui"/>
              </a:rPr>
              <a:t>who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 owns these,” she said. And she added, “See if you recognize 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system-ui"/>
              </a:rPr>
              <a:t>who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se seal and cord and staff these are.”</a:t>
            </a:r>
            <a:endParaRPr lang="en-PH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56C4F-FF03-4175-A406-6D18B8FA6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191695"/>
            <a:ext cx="12192000" cy="1655762"/>
          </a:xfrm>
        </p:spPr>
        <p:txBody>
          <a:bodyPr/>
          <a:lstStyle/>
          <a:p>
            <a:r>
              <a:rPr lang="en-PH" b="0" i="0" dirty="0">
                <a:solidFill>
                  <a:srgbClr val="000000"/>
                </a:solidFill>
                <a:effectLst/>
                <a:latin typeface="system-ui"/>
              </a:rPr>
              <a:t>Genesis 38:25 (NIV)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723198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CEEE-FDF1-4F33-A996-3A8F92E6F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099620"/>
          </a:xfrm>
        </p:spPr>
        <p:txBody>
          <a:bodyPr>
            <a:noAutofit/>
          </a:bodyPr>
          <a:lstStyle/>
          <a:p>
            <a:r>
              <a:rPr lang="en-US" sz="4000" b="1" i="0" baseline="30000" dirty="0">
                <a:solidFill>
                  <a:srgbClr val="000000"/>
                </a:solidFill>
                <a:effectLst/>
                <a:latin typeface="system-ui"/>
              </a:rPr>
              <a:t>8 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“So then, it was not you 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system-ui"/>
              </a:rPr>
              <a:t>who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 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system-ui"/>
              </a:rPr>
              <a:t>sent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 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system-ui"/>
              </a:rPr>
              <a:t>me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 here, but God. He made 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system-ui"/>
              </a:rPr>
              <a:t>me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 father to Pharaoh, lord of his entire household and ruler of all Egypt.</a:t>
            </a:r>
            <a:endParaRPr lang="en-PH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56C4F-FF03-4175-A406-6D18B8FA6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191695"/>
            <a:ext cx="12192000" cy="1655762"/>
          </a:xfrm>
        </p:spPr>
        <p:txBody>
          <a:bodyPr/>
          <a:lstStyle/>
          <a:p>
            <a:r>
              <a:rPr lang="en-PH" b="0" i="0" dirty="0">
                <a:solidFill>
                  <a:srgbClr val="000000"/>
                </a:solidFill>
                <a:effectLst/>
                <a:latin typeface="system-ui"/>
              </a:rPr>
              <a:t>Genesis 45:8 (NIV)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083006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CEEE-FDF1-4F33-A996-3A8F92E6F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099620"/>
          </a:xfrm>
        </p:spPr>
        <p:txBody>
          <a:bodyPr>
            <a:noAutofit/>
          </a:bodyPr>
          <a:lstStyle/>
          <a:p>
            <a:r>
              <a:rPr lang="en-US" sz="4000" b="1" i="0" baseline="30000" dirty="0">
                <a:solidFill>
                  <a:srgbClr val="000000"/>
                </a:solidFill>
                <a:effectLst/>
                <a:latin typeface="system-ui"/>
              </a:rPr>
              <a:t>14 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God said to Moses, “</a:t>
            </a:r>
            <a:r>
              <a:rPr lang="en-US" sz="4000" b="0" i="0" cap="small" dirty="0">
                <a:solidFill>
                  <a:srgbClr val="000000"/>
                </a:solidFill>
                <a:effectLst/>
                <a:latin typeface="system-ui"/>
              </a:rPr>
              <a:t>I am </a:t>
            </a:r>
            <a:r>
              <a:rPr lang="en-US" sz="4000" b="1" i="0" cap="small" dirty="0">
                <a:solidFill>
                  <a:srgbClr val="000000"/>
                </a:solidFill>
                <a:effectLst/>
                <a:latin typeface="system-ui"/>
              </a:rPr>
              <a:t>who</a:t>
            </a:r>
            <a:r>
              <a:rPr lang="en-US" sz="4000" b="0" i="0" cap="small" dirty="0">
                <a:solidFill>
                  <a:srgbClr val="000000"/>
                </a:solidFill>
                <a:effectLst/>
                <a:latin typeface="system-ui"/>
              </a:rPr>
              <a:t> I am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.</a:t>
            </a:r>
            <a:r>
              <a:rPr lang="en-US" sz="4000" b="0" i="0" baseline="30000" dirty="0">
                <a:solidFill>
                  <a:srgbClr val="000000"/>
                </a:solidFill>
                <a:effectLst/>
                <a:latin typeface="system-ui"/>
              </a:rPr>
              <a:t>[</a:t>
            </a:r>
            <a:r>
              <a:rPr lang="en-US" sz="4000" b="0" i="0" baseline="30000" dirty="0">
                <a:solidFill>
                  <a:srgbClr val="4A4A4A"/>
                </a:solidFill>
                <a:effectLst/>
                <a:latin typeface="system-ui"/>
                <a:hlinkClick r:id="rId2" tooltip="See footnote a"/>
              </a:rPr>
              <a:t>a</a:t>
            </a:r>
            <a:r>
              <a:rPr lang="en-US" sz="4000" b="0" i="0" baseline="30000" dirty="0">
                <a:solidFill>
                  <a:srgbClr val="000000"/>
                </a:solidFill>
                <a:effectLst/>
                <a:latin typeface="system-ui"/>
              </a:rPr>
              <a:t>]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 This is what you are to say to the Israelites: ‘</a:t>
            </a:r>
            <a:r>
              <a:rPr lang="en-US" sz="4000" b="0" i="0" cap="small" dirty="0">
                <a:solidFill>
                  <a:srgbClr val="000000"/>
                </a:solidFill>
                <a:effectLst/>
                <a:latin typeface="system-ui"/>
              </a:rPr>
              <a:t>I am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 has 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system-ui"/>
              </a:rPr>
              <a:t>sent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 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system-ui"/>
              </a:rPr>
              <a:t>me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 to you.’”</a:t>
            </a:r>
            <a:endParaRPr lang="en-PH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56C4F-FF03-4175-A406-6D18B8FA6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191695"/>
            <a:ext cx="12192000" cy="1655762"/>
          </a:xfrm>
        </p:spPr>
        <p:txBody>
          <a:bodyPr/>
          <a:lstStyle/>
          <a:p>
            <a:r>
              <a:rPr lang="en-PH" b="0" i="0" dirty="0">
                <a:solidFill>
                  <a:srgbClr val="000000"/>
                </a:solidFill>
                <a:effectLst/>
                <a:latin typeface="system-ui"/>
              </a:rPr>
              <a:t>Exodus 3:14 (NIV)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974884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CEEE-FDF1-4F33-A996-3A8F92E6F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099620"/>
          </a:xfrm>
        </p:spPr>
        <p:txBody>
          <a:bodyPr>
            <a:noAutofit/>
          </a:bodyPr>
          <a:lstStyle/>
          <a:p>
            <a:r>
              <a:rPr lang="en-US" sz="4000" b="1" i="0" baseline="30000" dirty="0">
                <a:solidFill>
                  <a:srgbClr val="000000"/>
                </a:solidFill>
                <a:effectLst/>
                <a:latin typeface="system-ui"/>
              </a:rPr>
              <a:t>36 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So the 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system-ui"/>
              </a:rPr>
              <a:t>me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n Moses had 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system-ui"/>
              </a:rPr>
              <a:t>sent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 to explore the land, 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system-ui"/>
              </a:rPr>
              <a:t>who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 returned and made the 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system-ui"/>
              </a:rPr>
              <a:t>who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le community grumble against him by spreading a bad report about it—</a:t>
            </a:r>
            <a:endParaRPr lang="en-PH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56C4F-FF03-4175-A406-6D18B8FA6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191695"/>
            <a:ext cx="12192000" cy="1655762"/>
          </a:xfrm>
        </p:spPr>
        <p:txBody>
          <a:bodyPr/>
          <a:lstStyle/>
          <a:p>
            <a:r>
              <a:rPr lang="en-PH" b="0" i="0" dirty="0">
                <a:solidFill>
                  <a:srgbClr val="000000"/>
                </a:solidFill>
                <a:effectLst/>
                <a:latin typeface="system-ui"/>
              </a:rPr>
              <a:t>Numbers 14:36 (NIV)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6677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CEEE-FDF1-4F33-A996-3A8F92E6F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099620"/>
          </a:xfrm>
        </p:spPr>
        <p:txBody>
          <a:bodyPr>
            <a:noAutofit/>
          </a:bodyPr>
          <a:lstStyle/>
          <a:p>
            <a:pPr algn="l"/>
            <a:r>
              <a:rPr lang="en-US" sz="4000" b="1" i="0" baseline="30000" dirty="0">
                <a:solidFill>
                  <a:srgbClr val="000000"/>
                </a:solidFill>
                <a:effectLst/>
                <a:latin typeface="system-ui"/>
              </a:rPr>
              <a:t>5 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system-ui"/>
              </a:rPr>
              <a:t>sent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 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system-ui"/>
              </a:rPr>
              <a:t>me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ssengers to summon Balaam son of </a:t>
            </a:r>
            <a:r>
              <a:rPr lang="en-US" sz="4000" b="0" i="0" dirty="0" err="1">
                <a:solidFill>
                  <a:srgbClr val="000000"/>
                </a:solidFill>
                <a:effectLst/>
                <a:latin typeface="system-ui"/>
              </a:rPr>
              <a:t>Beor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, 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system-ui"/>
              </a:rPr>
              <a:t>who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 was at </a:t>
            </a:r>
            <a:r>
              <a:rPr lang="en-US" sz="4000" b="0" i="0" dirty="0" err="1">
                <a:solidFill>
                  <a:srgbClr val="000000"/>
                </a:solidFill>
                <a:effectLst/>
                <a:latin typeface="system-ui"/>
              </a:rPr>
              <a:t>Pethor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, near the Euphrates River, in his native land. </a:t>
            </a:r>
            <a:r>
              <a:rPr lang="en-US" sz="4000" b="0" i="0" dirty="0" err="1">
                <a:solidFill>
                  <a:srgbClr val="000000"/>
                </a:solidFill>
                <a:effectLst/>
                <a:latin typeface="system-ui"/>
              </a:rPr>
              <a:t>Balak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 said:</a:t>
            </a:r>
            <a:b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</a:b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“A people has come out of Egypt; they cover the face of the land and have settled next to 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system-ui"/>
              </a:rPr>
              <a:t>me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56C4F-FF03-4175-A406-6D18B8FA6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191695"/>
            <a:ext cx="12192000" cy="1655762"/>
          </a:xfrm>
        </p:spPr>
        <p:txBody>
          <a:bodyPr/>
          <a:lstStyle/>
          <a:p>
            <a:r>
              <a:rPr lang="en-PH" b="0" i="0" dirty="0">
                <a:solidFill>
                  <a:srgbClr val="000000"/>
                </a:solidFill>
                <a:effectLst/>
                <a:latin typeface="system-ui"/>
              </a:rPr>
              <a:t>Numbers 22:5 (NIV)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665204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CEEE-FDF1-4F33-A996-3A8F92E6F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099620"/>
          </a:xfrm>
        </p:spPr>
        <p:txBody>
          <a:bodyPr>
            <a:noAutofit/>
          </a:bodyPr>
          <a:lstStyle/>
          <a:p>
            <a:pPr algn="l"/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  <a:hlinkClick r:id="rId2"/>
              </a:rPr>
              <a:t>https://www.biblegateway.com/quicksearch/?qs_version=NIV&amp;quicksearch=who+sent+me&amp;startnumber=1</a:t>
            </a:r>
            <a:b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</a:br>
            <a:endParaRPr lang="en-US" sz="4000" b="0" i="0" dirty="0">
              <a:solidFill>
                <a:srgbClr val="000000"/>
              </a:solidFill>
              <a:effectLst/>
              <a:latin typeface="system-u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56C4F-FF03-4175-A406-6D18B8FA6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191695"/>
            <a:ext cx="12192000" cy="1655762"/>
          </a:xfrm>
        </p:spPr>
        <p:txBody>
          <a:bodyPr/>
          <a:lstStyle/>
          <a:p>
            <a:r>
              <a:rPr lang="en-PH" b="0" i="0">
                <a:solidFill>
                  <a:srgbClr val="000000"/>
                </a:solidFill>
                <a:effectLst/>
                <a:latin typeface="system-ui"/>
              </a:rPr>
              <a:t> </a:t>
            </a:r>
            <a:r>
              <a:rPr lang="en-PH" b="0" i="0" dirty="0">
                <a:solidFill>
                  <a:srgbClr val="000000"/>
                </a:solidFill>
                <a:effectLst/>
                <a:latin typeface="system-ui"/>
              </a:rPr>
              <a:t>(NIV)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844985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257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system-ui</vt:lpstr>
      <vt:lpstr>Office Theme</vt:lpstr>
      <vt:lpstr>25 As she was being brought out, she sent a message to her father-in-law. “I am pregnant by the man who owns these,” she said. And she added, “See if you recognize whose seal and cord and staff these are.”</vt:lpstr>
      <vt:lpstr>8 “So then, it was not you who sent me here, but God. He made me father to Pharaoh, lord of his entire household and ruler of all Egypt.</vt:lpstr>
      <vt:lpstr>14 God said to Moses, “I am who I am.[a] This is what you are to say to the Israelites: ‘I am has sent me to you.’”</vt:lpstr>
      <vt:lpstr>36 So the men Moses had sent to explore the land, who returned and made the whole community grumble against him by spreading a bad report about it—</vt:lpstr>
      <vt:lpstr>5 sent messengers to summon Balaam son of Beor, who was at Pethor, near the Euphrates River, in his native land. Balak said: “A people has come out of Egypt; they cover the face of the land and have settled next to me.</vt:lpstr>
      <vt:lpstr>https://www.biblegateway.com/quicksearch/?qs_version=NIV&amp;quicksearch=who+sent+me&amp;startnumber=1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“Why were you searching for me?” he asked. “Didn’t you know I had to be in my Father’s house?”</dc:title>
  <dc:creator>Asus</dc:creator>
  <cp:lastModifiedBy>Asus</cp:lastModifiedBy>
  <cp:revision>55</cp:revision>
  <dcterms:created xsi:type="dcterms:W3CDTF">2023-03-07T02:48:56Z</dcterms:created>
  <dcterms:modified xsi:type="dcterms:W3CDTF">2023-03-07T03:25:10Z</dcterms:modified>
</cp:coreProperties>
</file>