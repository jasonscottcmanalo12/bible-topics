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E7B3-73DF-49D1-AF83-9423390EA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C62F3-F65D-48CF-B663-D2212D2AC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7A37-935E-4B46-A0FF-9CDD887A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F4085-E11F-4A85-859F-5334C69B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5671-1246-4A64-BC93-86C123C5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986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216D-D289-4EF2-A5A5-EA93E280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B4E1-D1CA-47DD-ADBA-BF45AE1B4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FE918-78B6-479C-8D3C-8C78B460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45115-E4CE-45B9-82BD-EEF6A3D4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E6DB-7E8B-4C44-8289-FF9B5EC7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097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39EB-8C37-402D-B610-B5875BD3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C92C9-5144-4380-A8AA-426D3DE5D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03FC-50B2-4676-92DE-6BC389EC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330C-FBF9-4414-BAE7-E42B2E4C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69596-BAAD-469D-9EBB-15FDE1E2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985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6D1D-2B37-418A-9D33-4F671E7E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25B5-2C09-403F-A5CB-C5ACBFD6E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0D495-78D4-484E-AA3F-1E8A6B6F5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C27-2E0C-494B-8B91-F3A8F1E5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C4E4F-744C-4B43-997E-0B54A5E8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DD7A8-9DFF-4035-B919-5FB3BF0B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37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482C-0B73-437F-B280-751B9A85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7605C-849B-4EE9-987F-67B7B64F9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41239-D8E9-42DC-9A27-08E053F40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8CA4CA-6522-440D-90B4-8819C8D50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18FD8-A995-498D-955A-C569488B1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7AAF1-270D-42E9-84B8-F9396E7B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791BB-63E7-4B75-8FCF-222B4E473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8CDA9-0508-42CC-973F-7F3AAB0F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7655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FEBC-ECAC-4F32-B499-2034819F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5852E-0702-4FCF-B177-91FE50C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64038-E14D-413A-94A4-6BE3D85B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9372C-7334-4381-BBBE-2F01214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89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54989-D2DF-4117-96C3-2F7901D4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6C180-40F0-46F3-891F-68CF5138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2FBA7-6DD3-48D3-BA99-BCA10E4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537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AD24-5EC5-4541-8A2E-5861F40B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BF6F-D3E1-4DD4-9FA9-4EC2EB71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843FD-F7FC-4F08-8C2F-4C01532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165B8-D6D3-4059-ABA7-67FB99EF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C267A-3C88-4E67-8E6A-541E045F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A05BC-4BF4-4A99-B792-22165B39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86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BE63-8587-49BA-933E-07307F09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05AB0-BE11-4334-9019-A72E67360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E971-73FD-4929-BD69-EB6A52DFF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C5BAD-B13B-4E6E-803F-423DE129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0CD5C-F723-4E5A-94FE-E58D4486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5B57D-8182-451F-94D4-9476FDD4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536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9572-4FFC-4B58-A371-C2DE0AFF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533BF-355C-4628-A058-68AC8BA98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1BA6-7C42-40AB-9DA0-AAD095CA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28F8-D309-436C-AF75-551C518F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55EA-3509-4958-A7CC-B3552C40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508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80760-72C7-4E0F-BC1B-0458A41A4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06827-4955-41EB-8368-E0520323D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B8C8F-6852-4851-BBA6-A0F39540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75E28-8AF7-4CF6-A778-810AF927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596CD-3807-450A-BDB4-873D94C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638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6AEC9-D963-40F9-9545-8973EBB0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FDAEE-9CBA-47C2-ACDB-DBF7252E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3743-117C-49DC-AC5B-A37990724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B58AA-81CB-404E-AC05-DCB20BEE1560}" type="datetimeFigureOut">
              <a:rPr lang="en-PH" smtClean="0"/>
              <a:t>10/03/2023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07DAB-90A1-4B29-BDA7-4675138E3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4F00A-CE6E-4EBD-83EB-ED3454CD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800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25 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As she was being brought out, she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sent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a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me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ssage to her father-in-law. “I am pregnant by the man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 owns these,” she said. And she added, “See if you recognize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system-ui"/>
              </a:rPr>
              <a:t>who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se seal and cord and staff these are.”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91695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Genesis 38:25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2319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system-ui</vt:lpstr>
      <vt:lpstr>Office Theme</vt:lpstr>
      <vt:lpstr>25 As she was being brought out, she sent a message to her father-in-law. “I am pregnant by the man who owns these,” she said. And she added, “See if you recognize whose seal and cord and staff these are.”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“Why were you searching for me?” he asked. “Didn’t you know I had to be in my Father’s house?”</dc:title>
  <dc:creator>Asus</dc:creator>
  <cp:lastModifiedBy>Asus</cp:lastModifiedBy>
  <cp:revision>56</cp:revision>
  <dcterms:created xsi:type="dcterms:W3CDTF">2023-03-07T02:48:56Z</dcterms:created>
  <dcterms:modified xsi:type="dcterms:W3CDTF">2023-03-09T23:34:49Z</dcterms:modified>
</cp:coreProperties>
</file>