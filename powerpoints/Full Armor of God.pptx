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6E7B3-73DF-49D1-AF83-9423390EA41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1C2C62F3-F65D-48CF-B663-D2212D2ACBC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90267A37-935E-4B46-A0FF-9CDD887A3514}"/>
              </a:ext>
            </a:extLst>
          </p:cNvPr>
          <p:cNvSpPr>
            <a:spLocks noGrp="1"/>
          </p:cNvSpPr>
          <p:nvPr>
            <p:ph type="dt" sz="half" idx="10"/>
          </p:nvPr>
        </p:nvSpPr>
        <p:spPr/>
        <p:txBody>
          <a:bodyPr/>
          <a:lstStyle/>
          <a:p>
            <a:fld id="{BD8B58AA-81CB-404E-AC05-DCB20BEE1560}" type="datetimeFigureOut">
              <a:rPr lang="en-PH" smtClean="0"/>
              <a:t>09/03/2023</a:t>
            </a:fld>
            <a:endParaRPr lang="en-PH"/>
          </a:p>
        </p:txBody>
      </p:sp>
      <p:sp>
        <p:nvSpPr>
          <p:cNvPr id="5" name="Footer Placeholder 4">
            <a:extLst>
              <a:ext uri="{FF2B5EF4-FFF2-40B4-BE49-F238E27FC236}">
                <a16:creationId xmlns:a16="http://schemas.microsoft.com/office/drawing/2014/main" id="{233F4085-E11F-4A85-859F-5334C69BCAD4}"/>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999C5671-1246-4A64-BC93-86C123C55728}"/>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4289867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9216D-D289-4EF2-A5A5-EA93E280A645}"/>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1B0DB4E1-D1CA-47DD-ADBA-BF45AE1B4A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E3EFE918-78B6-479C-8D3C-8C78B460DA7B}"/>
              </a:ext>
            </a:extLst>
          </p:cNvPr>
          <p:cNvSpPr>
            <a:spLocks noGrp="1"/>
          </p:cNvSpPr>
          <p:nvPr>
            <p:ph type="dt" sz="half" idx="10"/>
          </p:nvPr>
        </p:nvSpPr>
        <p:spPr/>
        <p:txBody>
          <a:bodyPr/>
          <a:lstStyle/>
          <a:p>
            <a:fld id="{BD8B58AA-81CB-404E-AC05-DCB20BEE1560}" type="datetimeFigureOut">
              <a:rPr lang="en-PH" smtClean="0"/>
              <a:t>09/03/2023</a:t>
            </a:fld>
            <a:endParaRPr lang="en-PH"/>
          </a:p>
        </p:txBody>
      </p:sp>
      <p:sp>
        <p:nvSpPr>
          <p:cNvPr id="5" name="Footer Placeholder 4">
            <a:extLst>
              <a:ext uri="{FF2B5EF4-FFF2-40B4-BE49-F238E27FC236}">
                <a16:creationId xmlns:a16="http://schemas.microsoft.com/office/drawing/2014/main" id="{AF945115-E4CE-45B9-82BD-EEF6A3D4F0C8}"/>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3C10E6DB-7E8B-4C44-8289-FF9B5EC77812}"/>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15409789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E39EB-8C37-402D-B610-B5875BD31F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a:extLst>
              <a:ext uri="{FF2B5EF4-FFF2-40B4-BE49-F238E27FC236}">
                <a16:creationId xmlns:a16="http://schemas.microsoft.com/office/drawing/2014/main" id="{22AC92C9-5144-4380-A8AA-426D3DE5D6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B603FC-50B2-4676-92DE-6BC389ECD497}"/>
              </a:ext>
            </a:extLst>
          </p:cNvPr>
          <p:cNvSpPr>
            <a:spLocks noGrp="1"/>
          </p:cNvSpPr>
          <p:nvPr>
            <p:ph type="dt" sz="half" idx="10"/>
          </p:nvPr>
        </p:nvSpPr>
        <p:spPr/>
        <p:txBody>
          <a:bodyPr/>
          <a:lstStyle/>
          <a:p>
            <a:fld id="{BD8B58AA-81CB-404E-AC05-DCB20BEE1560}" type="datetimeFigureOut">
              <a:rPr lang="en-PH" smtClean="0"/>
              <a:t>09/03/2023</a:t>
            </a:fld>
            <a:endParaRPr lang="en-PH"/>
          </a:p>
        </p:txBody>
      </p:sp>
      <p:sp>
        <p:nvSpPr>
          <p:cNvPr id="5" name="Footer Placeholder 4">
            <a:extLst>
              <a:ext uri="{FF2B5EF4-FFF2-40B4-BE49-F238E27FC236}">
                <a16:creationId xmlns:a16="http://schemas.microsoft.com/office/drawing/2014/main" id="{BA89330C-FBF9-4414-BAE7-E42B2E4CA66D}"/>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D2569596-BAAD-469D-9EBB-15FDE1E239EA}"/>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1099853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D46D1D-2B37-418A-9D33-4F671E7EEAAB}"/>
              </a:ext>
            </a:extLst>
          </p:cNvPr>
          <p:cNvSpPr>
            <a:spLocks noGrp="1"/>
          </p:cNvSpPr>
          <p:nvPr>
            <p:ph type="title"/>
          </p:nvPr>
        </p:nvSpPr>
        <p:spPr/>
        <p:txBody>
          <a:bodyPr/>
          <a:lstStyle/>
          <a:p>
            <a:r>
              <a:rPr lang="en-US"/>
              <a:t>Click to edit Master title style</a:t>
            </a:r>
            <a:endParaRPr lang="en-PH"/>
          </a:p>
        </p:txBody>
      </p:sp>
      <p:sp>
        <p:nvSpPr>
          <p:cNvPr id="3" name="Content Placeholder 2">
            <a:extLst>
              <a:ext uri="{FF2B5EF4-FFF2-40B4-BE49-F238E27FC236}">
                <a16:creationId xmlns:a16="http://schemas.microsoft.com/office/drawing/2014/main" id="{A73B25B5-2C09-403F-A5CB-C5ACBFD6EE0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a:extLst>
              <a:ext uri="{FF2B5EF4-FFF2-40B4-BE49-F238E27FC236}">
                <a16:creationId xmlns:a16="http://schemas.microsoft.com/office/drawing/2014/main" id="{D490D495-78D4-484E-AA3F-1E8A6B6F59C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a:extLst>
              <a:ext uri="{FF2B5EF4-FFF2-40B4-BE49-F238E27FC236}">
                <a16:creationId xmlns:a16="http://schemas.microsoft.com/office/drawing/2014/main" id="{5B46AC27-2E0C-494B-8B91-F3A8F1E5389B}"/>
              </a:ext>
            </a:extLst>
          </p:cNvPr>
          <p:cNvSpPr>
            <a:spLocks noGrp="1"/>
          </p:cNvSpPr>
          <p:nvPr>
            <p:ph type="dt" sz="half" idx="10"/>
          </p:nvPr>
        </p:nvSpPr>
        <p:spPr/>
        <p:txBody>
          <a:bodyPr/>
          <a:lstStyle/>
          <a:p>
            <a:fld id="{BD8B58AA-81CB-404E-AC05-DCB20BEE1560}" type="datetimeFigureOut">
              <a:rPr lang="en-PH" smtClean="0"/>
              <a:t>09/03/2023</a:t>
            </a:fld>
            <a:endParaRPr lang="en-PH"/>
          </a:p>
        </p:txBody>
      </p:sp>
      <p:sp>
        <p:nvSpPr>
          <p:cNvPr id="6" name="Footer Placeholder 5">
            <a:extLst>
              <a:ext uri="{FF2B5EF4-FFF2-40B4-BE49-F238E27FC236}">
                <a16:creationId xmlns:a16="http://schemas.microsoft.com/office/drawing/2014/main" id="{C49C4E4F-744C-4B43-997E-0B54A5E87536}"/>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95CDD7A8-9DFF-4035-B919-5FB3BF0B15E1}"/>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1034370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9C482C-0B73-437F-B280-751B9A855DAB}"/>
              </a:ext>
            </a:extLst>
          </p:cNvPr>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77E7605C-849B-4EE9-987F-67B7B64F9D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B41239-D8E9-42DC-9A27-08E053F401C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348CA4CA-6522-440D-90B4-8819C8D503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F18FD8-A995-498D-955A-C569488B170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ED47AAF1-270D-42E9-84B8-F9396E7B436E}"/>
              </a:ext>
            </a:extLst>
          </p:cNvPr>
          <p:cNvSpPr>
            <a:spLocks noGrp="1"/>
          </p:cNvSpPr>
          <p:nvPr>
            <p:ph type="dt" sz="half" idx="10"/>
          </p:nvPr>
        </p:nvSpPr>
        <p:spPr/>
        <p:txBody>
          <a:bodyPr/>
          <a:lstStyle/>
          <a:p>
            <a:fld id="{BD8B58AA-81CB-404E-AC05-DCB20BEE1560}" type="datetimeFigureOut">
              <a:rPr lang="en-PH" smtClean="0"/>
              <a:t>09/03/2023</a:t>
            </a:fld>
            <a:endParaRPr lang="en-PH"/>
          </a:p>
        </p:txBody>
      </p:sp>
      <p:sp>
        <p:nvSpPr>
          <p:cNvPr id="8" name="Footer Placeholder 7">
            <a:extLst>
              <a:ext uri="{FF2B5EF4-FFF2-40B4-BE49-F238E27FC236}">
                <a16:creationId xmlns:a16="http://schemas.microsoft.com/office/drawing/2014/main" id="{FFC791BB-63E7-4B75-8FCF-222B4E473737}"/>
              </a:ext>
            </a:extLst>
          </p:cNvPr>
          <p:cNvSpPr>
            <a:spLocks noGrp="1"/>
          </p:cNvSpPr>
          <p:nvPr>
            <p:ph type="ftr" sz="quarter" idx="11"/>
          </p:nvPr>
        </p:nvSpPr>
        <p:spPr/>
        <p:txBody>
          <a:bodyPr/>
          <a:lstStyle/>
          <a:p>
            <a:endParaRPr lang="en-PH"/>
          </a:p>
        </p:txBody>
      </p:sp>
      <p:sp>
        <p:nvSpPr>
          <p:cNvPr id="9" name="Slide Number Placeholder 8">
            <a:extLst>
              <a:ext uri="{FF2B5EF4-FFF2-40B4-BE49-F238E27FC236}">
                <a16:creationId xmlns:a16="http://schemas.microsoft.com/office/drawing/2014/main" id="{0918CDA9-0508-42CC-973F-7F3AAB0F0436}"/>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2876550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0FEBC-ECAC-4F32-B499-2034819F40E5}"/>
              </a:ext>
            </a:extLst>
          </p:cNvPr>
          <p:cNvSpPr>
            <a:spLocks noGrp="1"/>
          </p:cNvSpPr>
          <p:nvPr>
            <p:ph type="title"/>
          </p:nvPr>
        </p:nvSpPr>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2205852E-0702-4FCF-B177-91FE50C97B8A}"/>
              </a:ext>
            </a:extLst>
          </p:cNvPr>
          <p:cNvSpPr>
            <a:spLocks noGrp="1"/>
          </p:cNvSpPr>
          <p:nvPr>
            <p:ph type="dt" sz="half" idx="10"/>
          </p:nvPr>
        </p:nvSpPr>
        <p:spPr/>
        <p:txBody>
          <a:bodyPr/>
          <a:lstStyle/>
          <a:p>
            <a:fld id="{BD8B58AA-81CB-404E-AC05-DCB20BEE1560}" type="datetimeFigureOut">
              <a:rPr lang="en-PH" smtClean="0"/>
              <a:t>09/03/2023</a:t>
            </a:fld>
            <a:endParaRPr lang="en-PH"/>
          </a:p>
        </p:txBody>
      </p:sp>
      <p:sp>
        <p:nvSpPr>
          <p:cNvPr id="4" name="Footer Placeholder 3">
            <a:extLst>
              <a:ext uri="{FF2B5EF4-FFF2-40B4-BE49-F238E27FC236}">
                <a16:creationId xmlns:a16="http://schemas.microsoft.com/office/drawing/2014/main" id="{B2464038-E14D-413A-94A4-6BE3D85B9F7F}"/>
              </a:ext>
            </a:extLst>
          </p:cNvPr>
          <p:cNvSpPr>
            <a:spLocks noGrp="1"/>
          </p:cNvSpPr>
          <p:nvPr>
            <p:ph type="ftr" sz="quarter" idx="11"/>
          </p:nvPr>
        </p:nvSpPr>
        <p:spPr/>
        <p:txBody>
          <a:bodyPr/>
          <a:lstStyle/>
          <a:p>
            <a:endParaRPr lang="en-PH"/>
          </a:p>
        </p:txBody>
      </p:sp>
      <p:sp>
        <p:nvSpPr>
          <p:cNvPr id="5" name="Slide Number Placeholder 4">
            <a:extLst>
              <a:ext uri="{FF2B5EF4-FFF2-40B4-BE49-F238E27FC236}">
                <a16:creationId xmlns:a16="http://schemas.microsoft.com/office/drawing/2014/main" id="{FB29372C-7334-4381-BBBE-2F0121456E45}"/>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3878983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D54989-D2DF-4117-96C3-2F7901D46F65}"/>
              </a:ext>
            </a:extLst>
          </p:cNvPr>
          <p:cNvSpPr>
            <a:spLocks noGrp="1"/>
          </p:cNvSpPr>
          <p:nvPr>
            <p:ph type="dt" sz="half" idx="10"/>
          </p:nvPr>
        </p:nvSpPr>
        <p:spPr/>
        <p:txBody>
          <a:bodyPr/>
          <a:lstStyle/>
          <a:p>
            <a:fld id="{BD8B58AA-81CB-404E-AC05-DCB20BEE1560}" type="datetimeFigureOut">
              <a:rPr lang="en-PH" smtClean="0"/>
              <a:t>09/03/2023</a:t>
            </a:fld>
            <a:endParaRPr lang="en-PH"/>
          </a:p>
        </p:txBody>
      </p:sp>
      <p:sp>
        <p:nvSpPr>
          <p:cNvPr id="3" name="Footer Placeholder 2">
            <a:extLst>
              <a:ext uri="{FF2B5EF4-FFF2-40B4-BE49-F238E27FC236}">
                <a16:creationId xmlns:a16="http://schemas.microsoft.com/office/drawing/2014/main" id="{48D6C180-40F0-46F3-891F-68CF5138753F}"/>
              </a:ext>
            </a:extLst>
          </p:cNvPr>
          <p:cNvSpPr>
            <a:spLocks noGrp="1"/>
          </p:cNvSpPr>
          <p:nvPr>
            <p:ph type="ftr" sz="quarter" idx="11"/>
          </p:nvPr>
        </p:nvSpPr>
        <p:spPr/>
        <p:txBody>
          <a:bodyPr/>
          <a:lstStyle/>
          <a:p>
            <a:endParaRPr lang="en-PH"/>
          </a:p>
        </p:txBody>
      </p:sp>
      <p:sp>
        <p:nvSpPr>
          <p:cNvPr id="4" name="Slide Number Placeholder 3">
            <a:extLst>
              <a:ext uri="{FF2B5EF4-FFF2-40B4-BE49-F238E27FC236}">
                <a16:creationId xmlns:a16="http://schemas.microsoft.com/office/drawing/2014/main" id="{1BD2FBA7-6DD3-48D3-BA99-BCA10E418C6B}"/>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42053748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BAD24-5EC5-4541-8A2E-5861F40B53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8851BF6F-D3E1-4DD4-9FA9-4EC2EB7150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635843FD-F7FC-4F08-8C2F-4C01532D82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165B8-D6D3-4059-ABA7-67FB99EF322F}"/>
              </a:ext>
            </a:extLst>
          </p:cNvPr>
          <p:cNvSpPr>
            <a:spLocks noGrp="1"/>
          </p:cNvSpPr>
          <p:nvPr>
            <p:ph type="dt" sz="half" idx="10"/>
          </p:nvPr>
        </p:nvSpPr>
        <p:spPr/>
        <p:txBody>
          <a:bodyPr/>
          <a:lstStyle/>
          <a:p>
            <a:fld id="{BD8B58AA-81CB-404E-AC05-DCB20BEE1560}" type="datetimeFigureOut">
              <a:rPr lang="en-PH" smtClean="0"/>
              <a:t>09/03/2023</a:t>
            </a:fld>
            <a:endParaRPr lang="en-PH"/>
          </a:p>
        </p:txBody>
      </p:sp>
      <p:sp>
        <p:nvSpPr>
          <p:cNvPr id="6" name="Footer Placeholder 5">
            <a:extLst>
              <a:ext uri="{FF2B5EF4-FFF2-40B4-BE49-F238E27FC236}">
                <a16:creationId xmlns:a16="http://schemas.microsoft.com/office/drawing/2014/main" id="{64BC267A-3C88-4E67-8E6A-541E045FFF95}"/>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363A05BC-4BF4-4A99-B792-22165B390790}"/>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3348604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ABE63-8587-49BA-933E-07307F0979C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3E005AB0-BE11-4334-9019-A72E673609D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a:extLst>
              <a:ext uri="{FF2B5EF4-FFF2-40B4-BE49-F238E27FC236}">
                <a16:creationId xmlns:a16="http://schemas.microsoft.com/office/drawing/2014/main" id="{6B83E971-73FD-4929-BD69-EB6A52DFF8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9C5BAD-B13B-4E6E-803F-423DE1290D92}"/>
              </a:ext>
            </a:extLst>
          </p:cNvPr>
          <p:cNvSpPr>
            <a:spLocks noGrp="1"/>
          </p:cNvSpPr>
          <p:nvPr>
            <p:ph type="dt" sz="half" idx="10"/>
          </p:nvPr>
        </p:nvSpPr>
        <p:spPr/>
        <p:txBody>
          <a:bodyPr/>
          <a:lstStyle/>
          <a:p>
            <a:fld id="{BD8B58AA-81CB-404E-AC05-DCB20BEE1560}" type="datetimeFigureOut">
              <a:rPr lang="en-PH" smtClean="0"/>
              <a:t>09/03/2023</a:t>
            </a:fld>
            <a:endParaRPr lang="en-PH"/>
          </a:p>
        </p:txBody>
      </p:sp>
      <p:sp>
        <p:nvSpPr>
          <p:cNvPr id="6" name="Footer Placeholder 5">
            <a:extLst>
              <a:ext uri="{FF2B5EF4-FFF2-40B4-BE49-F238E27FC236}">
                <a16:creationId xmlns:a16="http://schemas.microsoft.com/office/drawing/2014/main" id="{3A60CD5C-F723-4E5A-94FE-E58D4486679F}"/>
              </a:ext>
            </a:extLst>
          </p:cNvPr>
          <p:cNvSpPr>
            <a:spLocks noGrp="1"/>
          </p:cNvSpPr>
          <p:nvPr>
            <p:ph type="ftr" sz="quarter" idx="11"/>
          </p:nvPr>
        </p:nvSpPr>
        <p:spPr/>
        <p:txBody>
          <a:bodyPr/>
          <a:lstStyle/>
          <a:p>
            <a:endParaRPr lang="en-PH"/>
          </a:p>
        </p:txBody>
      </p:sp>
      <p:sp>
        <p:nvSpPr>
          <p:cNvPr id="7" name="Slide Number Placeholder 6">
            <a:extLst>
              <a:ext uri="{FF2B5EF4-FFF2-40B4-BE49-F238E27FC236}">
                <a16:creationId xmlns:a16="http://schemas.microsoft.com/office/drawing/2014/main" id="{A295B57D-8182-451F-94D4-9476FDD4D972}"/>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35953623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19572-4FFC-4B58-A371-C2DE0AFFE0C9}"/>
              </a:ext>
            </a:extLst>
          </p:cNvPr>
          <p:cNvSpPr>
            <a:spLocks noGrp="1"/>
          </p:cNvSpPr>
          <p:nvPr>
            <p:ph type="title"/>
          </p:nvPr>
        </p:nvSpPr>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1D533BF-355C-4628-A058-68AC8BA985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34371BA6-7C42-40AB-9DA0-AAD095CAB677}"/>
              </a:ext>
            </a:extLst>
          </p:cNvPr>
          <p:cNvSpPr>
            <a:spLocks noGrp="1"/>
          </p:cNvSpPr>
          <p:nvPr>
            <p:ph type="dt" sz="half" idx="10"/>
          </p:nvPr>
        </p:nvSpPr>
        <p:spPr/>
        <p:txBody>
          <a:bodyPr/>
          <a:lstStyle/>
          <a:p>
            <a:fld id="{BD8B58AA-81CB-404E-AC05-DCB20BEE1560}" type="datetimeFigureOut">
              <a:rPr lang="en-PH" smtClean="0"/>
              <a:t>09/03/2023</a:t>
            </a:fld>
            <a:endParaRPr lang="en-PH"/>
          </a:p>
        </p:txBody>
      </p:sp>
      <p:sp>
        <p:nvSpPr>
          <p:cNvPr id="5" name="Footer Placeholder 4">
            <a:extLst>
              <a:ext uri="{FF2B5EF4-FFF2-40B4-BE49-F238E27FC236}">
                <a16:creationId xmlns:a16="http://schemas.microsoft.com/office/drawing/2014/main" id="{B8AB28F8-D309-436C-AF75-551C518F0A57}"/>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CAE155EA-3509-4958-A7CC-B3552C40787B}"/>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24350880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FF80760-72C7-4E0F-BC1B-0458A41A479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02E06827-4955-41EB-8368-E0520323DC5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917B8C8F-6852-4851-BBA6-A0F39540643B}"/>
              </a:ext>
            </a:extLst>
          </p:cNvPr>
          <p:cNvSpPr>
            <a:spLocks noGrp="1"/>
          </p:cNvSpPr>
          <p:nvPr>
            <p:ph type="dt" sz="half" idx="10"/>
          </p:nvPr>
        </p:nvSpPr>
        <p:spPr/>
        <p:txBody>
          <a:bodyPr/>
          <a:lstStyle/>
          <a:p>
            <a:fld id="{BD8B58AA-81CB-404E-AC05-DCB20BEE1560}" type="datetimeFigureOut">
              <a:rPr lang="en-PH" smtClean="0"/>
              <a:t>09/03/2023</a:t>
            </a:fld>
            <a:endParaRPr lang="en-PH"/>
          </a:p>
        </p:txBody>
      </p:sp>
      <p:sp>
        <p:nvSpPr>
          <p:cNvPr id="5" name="Footer Placeholder 4">
            <a:extLst>
              <a:ext uri="{FF2B5EF4-FFF2-40B4-BE49-F238E27FC236}">
                <a16:creationId xmlns:a16="http://schemas.microsoft.com/office/drawing/2014/main" id="{8AC75E28-8AF7-4CF6-A778-810AF9273727}"/>
              </a:ext>
            </a:extLst>
          </p:cNvPr>
          <p:cNvSpPr>
            <a:spLocks noGrp="1"/>
          </p:cNvSpPr>
          <p:nvPr>
            <p:ph type="ftr" sz="quarter" idx="11"/>
          </p:nvPr>
        </p:nvSpPr>
        <p:spPr/>
        <p:txBody>
          <a:bodyPr/>
          <a:lstStyle/>
          <a:p>
            <a:endParaRPr lang="en-PH"/>
          </a:p>
        </p:txBody>
      </p:sp>
      <p:sp>
        <p:nvSpPr>
          <p:cNvPr id="6" name="Slide Number Placeholder 5">
            <a:extLst>
              <a:ext uri="{FF2B5EF4-FFF2-40B4-BE49-F238E27FC236}">
                <a16:creationId xmlns:a16="http://schemas.microsoft.com/office/drawing/2014/main" id="{5E4596CD-3807-450A-BDB4-873D94C5F7A2}"/>
              </a:ext>
            </a:extLst>
          </p:cNvPr>
          <p:cNvSpPr>
            <a:spLocks noGrp="1"/>
          </p:cNvSpPr>
          <p:nvPr>
            <p:ph type="sldNum" sz="quarter" idx="12"/>
          </p:nvPr>
        </p:nvSpPr>
        <p:spPr/>
        <p:txBody>
          <a:bodyPr/>
          <a:lstStyle/>
          <a:p>
            <a:fld id="{84BAC61A-4F6C-4C8A-A254-4CCC09F340AF}" type="slidenum">
              <a:rPr lang="en-PH" smtClean="0"/>
              <a:t>‹#›</a:t>
            </a:fld>
            <a:endParaRPr lang="en-PH"/>
          </a:p>
        </p:txBody>
      </p:sp>
    </p:spTree>
    <p:extLst>
      <p:ext uri="{BB962C8B-B14F-4D97-AF65-F5344CB8AC3E}">
        <p14:creationId xmlns:p14="http://schemas.microsoft.com/office/powerpoint/2010/main" val="1636387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16AEC9-D963-40F9-9545-8973EBB0CE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a:extLst>
              <a:ext uri="{FF2B5EF4-FFF2-40B4-BE49-F238E27FC236}">
                <a16:creationId xmlns:a16="http://schemas.microsoft.com/office/drawing/2014/main" id="{8A8FDAEE-9CBA-47C2-ACDB-DBF7252E2B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83663743-117C-49DC-AC5B-A379907241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8B58AA-81CB-404E-AC05-DCB20BEE1560}" type="datetimeFigureOut">
              <a:rPr lang="en-PH" smtClean="0"/>
              <a:t>09/03/2023</a:t>
            </a:fld>
            <a:endParaRPr lang="en-PH"/>
          </a:p>
        </p:txBody>
      </p:sp>
      <p:sp>
        <p:nvSpPr>
          <p:cNvPr id="5" name="Footer Placeholder 4">
            <a:extLst>
              <a:ext uri="{FF2B5EF4-FFF2-40B4-BE49-F238E27FC236}">
                <a16:creationId xmlns:a16="http://schemas.microsoft.com/office/drawing/2014/main" id="{05F07DAB-90A1-4B29-BDA7-4675138E31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p>
        </p:txBody>
      </p:sp>
      <p:sp>
        <p:nvSpPr>
          <p:cNvPr id="6" name="Slide Number Placeholder 5">
            <a:extLst>
              <a:ext uri="{FF2B5EF4-FFF2-40B4-BE49-F238E27FC236}">
                <a16:creationId xmlns:a16="http://schemas.microsoft.com/office/drawing/2014/main" id="{48C4F00A-CE6E-4EBD-83EB-ED3454CDA0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BAC61A-4F6C-4C8A-A254-4CCC09F340AF}" type="slidenum">
              <a:rPr lang="en-PH" smtClean="0"/>
              <a:t>‹#›</a:t>
            </a:fld>
            <a:endParaRPr lang="en-PH"/>
          </a:p>
        </p:txBody>
      </p:sp>
    </p:spTree>
    <p:extLst>
      <p:ext uri="{BB962C8B-B14F-4D97-AF65-F5344CB8AC3E}">
        <p14:creationId xmlns:p14="http://schemas.microsoft.com/office/powerpoint/2010/main" val="37680024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CEEE-FDF1-4F33-A996-3A8F92E6FB76}"/>
              </a:ext>
            </a:extLst>
          </p:cNvPr>
          <p:cNvSpPr>
            <a:spLocks noGrp="1"/>
          </p:cNvSpPr>
          <p:nvPr>
            <p:ph type="ctrTitle"/>
          </p:nvPr>
        </p:nvSpPr>
        <p:spPr>
          <a:xfrm>
            <a:off x="0" y="0"/>
            <a:ext cx="12192000" cy="5099620"/>
          </a:xfrm>
        </p:spPr>
        <p:txBody>
          <a:bodyPr>
            <a:noAutofit/>
          </a:bodyPr>
          <a:lstStyle/>
          <a:p>
            <a:r>
              <a:rPr lang="en-US" sz="3200" b="1" i="0" baseline="30000" dirty="0">
                <a:solidFill>
                  <a:srgbClr val="000000"/>
                </a:solidFill>
                <a:effectLst/>
                <a:latin typeface="system-ui"/>
              </a:rPr>
              <a:t>10 </a:t>
            </a:r>
            <a:r>
              <a:rPr lang="en-US" sz="3200" b="0" i="0" dirty="0">
                <a:solidFill>
                  <a:srgbClr val="000000"/>
                </a:solidFill>
                <a:effectLst/>
                <a:latin typeface="system-ui"/>
              </a:rPr>
              <a:t>Finally, be strong in the Lord and in his mighty power. </a:t>
            </a:r>
            <a:r>
              <a:rPr lang="en-US" sz="3200" b="1" i="0" baseline="30000" dirty="0">
                <a:solidFill>
                  <a:srgbClr val="000000"/>
                </a:solidFill>
                <a:effectLst/>
                <a:latin typeface="system-ui"/>
              </a:rPr>
              <a:t>11 </a:t>
            </a:r>
            <a:r>
              <a:rPr lang="en-US" sz="3200" b="0" i="0" dirty="0">
                <a:solidFill>
                  <a:srgbClr val="000000"/>
                </a:solidFill>
                <a:effectLst/>
                <a:latin typeface="system-ui"/>
              </a:rPr>
              <a:t>Put on the full armor of God, so that you can take your stand against the devil’s schemes. </a:t>
            </a:r>
            <a:r>
              <a:rPr lang="en-US" sz="3200" b="1" i="0" baseline="30000" dirty="0">
                <a:solidFill>
                  <a:srgbClr val="000000"/>
                </a:solidFill>
                <a:effectLst/>
                <a:latin typeface="system-ui"/>
              </a:rPr>
              <a:t>12 </a:t>
            </a:r>
            <a:r>
              <a:rPr lang="en-US" sz="3200" b="0" i="0" dirty="0">
                <a:solidFill>
                  <a:srgbClr val="000000"/>
                </a:solidFill>
                <a:effectLst/>
                <a:latin typeface="system-ui"/>
              </a:rPr>
              <a:t>For our struggle is not against flesh and blood, but against the rulers, against the authorities, against the powers of this dark world and against the spiritual forces of evil in the heavenly realms. </a:t>
            </a:r>
            <a:r>
              <a:rPr lang="en-US" sz="3200" b="1" i="0" baseline="30000" dirty="0">
                <a:solidFill>
                  <a:srgbClr val="000000"/>
                </a:solidFill>
                <a:effectLst/>
                <a:latin typeface="system-ui"/>
              </a:rPr>
              <a:t>13 </a:t>
            </a:r>
            <a:r>
              <a:rPr lang="en-US" sz="3200" b="0" i="0" dirty="0">
                <a:solidFill>
                  <a:srgbClr val="000000"/>
                </a:solidFill>
                <a:effectLst/>
                <a:latin typeface="system-ui"/>
              </a:rPr>
              <a:t>Therefore put on the full armor of God, so that when the day of evil comes, you may be able to stand your ground, and after you have done everything, to stand. </a:t>
            </a:r>
            <a:endParaRPr lang="en-PH" sz="3200" dirty="0"/>
          </a:p>
        </p:txBody>
      </p:sp>
      <p:sp>
        <p:nvSpPr>
          <p:cNvPr id="3" name="Subtitle 2">
            <a:extLst>
              <a:ext uri="{FF2B5EF4-FFF2-40B4-BE49-F238E27FC236}">
                <a16:creationId xmlns:a16="http://schemas.microsoft.com/office/drawing/2014/main" id="{11E56C4F-FF03-4175-A406-6D18B8FA66A8}"/>
              </a:ext>
            </a:extLst>
          </p:cNvPr>
          <p:cNvSpPr>
            <a:spLocks noGrp="1"/>
          </p:cNvSpPr>
          <p:nvPr>
            <p:ph type="subTitle" idx="1"/>
          </p:nvPr>
        </p:nvSpPr>
        <p:spPr>
          <a:xfrm>
            <a:off x="0" y="5191695"/>
            <a:ext cx="12192000" cy="1655762"/>
          </a:xfrm>
        </p:spPr>
        <p:txBody>
          <a:bodyPr/>
          <a:lstStyle/>
          <a:p>
            <a:r>
              <a:rPr lang="en-PH" b="0" i="0" dirty="0">
                <a:solidFill>
                  <a:srgbClr val="000000"/>
                </a:solidFill>
                <a:effectLst/>
                <a:latin typeface="system-ui"/>
              </a:rPr>
              <a:t>Ephesians 6:10-18 (NIV)</a:t>
            </a:r>
            <a:endParaRPr lang="en-PH" dirty="0"/>
          </a:p>
        </p:txBody>
      </p:sp>
    </p:spTree>
    <p:extLst>
      <p:ext uri="{BB962C8B-B14F-4D97-AF65-F5344CB8AC3E}">
        <p14:creationId xmlns:p14="http://schemas.microsoft.com/office/powerpoint/2010/main" val="1723198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CEEE-FDF1-4F33-A996-3A8F92E6FB76}"/>
              </a:ext>
            </a:extLst>
          </p:cNvPr>
          <p:cNvSpPr>
            <a:spLocks noGrp="1"/>
          </p:cNvSpPr>
          <p:nvPr>
            <p:ph type="ctrTitle"/>
          </p:nvPr>
        </p:nvSpPr>
        <p:spPr>
          <a:xfrm>
            <a:off x="0" y="0"/>
            <a:ext cx="12192000" cy="5099620"/>
          </a:xfrm>
        </p:spPr>
        <p:txBody>
          <a:bodyPr>
            <a:noAutofit/>
          </a:bodyPr>
          <a:lstStyle/>
          <a:p>
            <a:r>
              <a:rPr lang="en-US" sz="3200" b="1" i="0" baseline="30000" dirty="0">
                <a:solidFill>
                  <a:srgbClr val="000000"/>
                </a:solidFill>
                <a:effectLst/>
                <a:latin typeface="system-ui"/>
              </a:rPr>
              <a:t>14 </a:t>
            </a:r>
            <a:r>
              <a:rPr lang="en-US" sz="3200" b="0" i="0" dirty="0">
                <a:solidFill>
                  <a:srgbClr val="000000"/>
                </a:solidFill>
                <a:effectLst/>
                <a:latin typeface="system-ui"/>
              </a:rPr>
              <a:t>Stand firm then, with the belt of truth buckled around your waist, with the breastplate of righteousness in place, </a:t>
            </a:r>
            <a:r>
              <a:rPr lang="en-US" sz="3200" b="1" i="0" baseline="30000" dirty="0">
                <a:solidFill>
                  <a:srgbClr val="000000"/>
                </a:solidFill>
                <a:effectLst/>
                <a:latin typeface="system-ui"/>
              </a:rPr>
              <a:t>15 </a:t>
            </a:r>
            <a:r>
              <a:rPr lang="en-US" sz="3200" b="0" i="0" dirty="0">
                <a:solidFill>
                  <a:srgbClr val="000000"/>
                </a:solidFill>
                <a:effectLst/>
                <a:latin typeface="system-ui"/>
              </a:rPr>
              <a:t>and with your feet fitted with the readiness that comes from the gospel of peace. </a:t>
            </a:r>
            <a:r>
              <a:rPr lang="en-US" sz="3200" b="1" i="0" baseline="30000" dirty="0">
                <a:solidFill>
                  <a:srgbClr val="000000"/>
                </a:solidFill>
                <a:effectLst/>
                <a:latin typeface="system-ui"/>
              </a:rPr>
              <a:t>16 </a:t>
            </a:r>
            <a:r>
              <a:rPr lang="en-US" sz="3200" b="0" i="0" dirty="0">
                <a:solidFill>
                  <a:srgbClr val="000000"/>
                </a:solidFill>
                <a:effectLst/>
                <a:latin typeface="system-ui"/>
              </a:rPr>
              <a:t>In addition to all this, take up the shield of faith, with which you can extinguish all the flaming arrows of the evil one. </a:t>
            </a:r>
            <a:r>
              <a:rPr lang="en-US" sz="3200" b="1" i="0" baseline="30000" dirty="0">
                <a:solidFill>
                  <a:srgbClr val="000000"/>
                </a:solidFill>
                <a:effectLst/>
                <a:latin typeface="system-ui"/>
              </a:rPr>
              <a:t>17 </a:t>
            </a:r>
            <a:r>
              <a:rPr lang="en-US" sz="3200" b="0" i="0" dirty="0">
                <a:solidFill>
                  <a:srgbClr val="000000"/>
                </a:solidFill>
                <a:effectLst/>
                <a:latin typeface="system-ui"/>
              </a:rPr>
              <a:t>Take the helmet of salvation and the sword of the Spirit, which is the word of God.</a:t>
            </a:r>
            <a:br>
              <a:rPr lang="en-US" sz="3200" b="0" i="0" dirty="0">
                <a:solidFill>
                  <a:srgbClr val="000000"/>
                </a:solidFill>
                <a:effectLst/>
                <a:latin typeface="system-ui"/>
              </a:rPr>
            </a:br>
            <a:r>
              <a:rPr lang="en-US" sz="3200" b="1" i="0" baseline="30000" dirty="0">
                <a:solidFill>
                  <a:srgbClr val="000000"/>
                </a:solidFill>
                <a:effectLst/>
                <a:latin typeface="system-ui"/>
              </a:rPr>
              <a:t>18 </a:t>
            </a:r>
            <a:r>
              <a:rPr lang="en-US" sz="3200" b="0" i="0" dirty="0">
                <a:solidFill>
                  <a:srgbClr val="000000"/>
                </a:solidFill>
                <a:effectLst/>
                <a:latin typeface="system-ui"/>
              </a:rPr>
              <a:t>And pray in the Spirit on all occasions with all kinds of prayers and requests. With this in mind, be alert and always keep on praying for all the Lord’s people.</a:t>
            </a:r>
            <a:endParaRPr lang="en-PH" sz="3200" dirty="0"/>
          </a:p>
        </p:txBody>
      </p:sp>
      <p:sp>
        <p:nvSpPr>
          <p:cNvPr id="3" name="Subtitle 2">
            <a:extLst>
              <a:ext uri="{FF2B5EF4-FFF2-40B4-BE49-F238E27FC236}">
                <a16:creationId xmlns:a16="http://schemas.microsoft.com/office/drawing/2014/main" id="{11E56C4F-FF03-4175-A406-6D18B8FA66A8}"/>
              </a:ext>
            </a:extLst>
          </p:cNvPr>
          <p:cNvSpPr>
            <a:spLocks noGrp="1"/>
          </p:cNvSpPr>
          <p:nvPr>
            <p:ph type="subTitle" idx="1"/>
          </p:nvPr>
        </p:nvSpPr>
        <p:spPr>
          <a:xfrm>
            <a:off x="0" y="5191695"/>
            <a:ext cx="12192000" cy="1655762"/>
          </a:xfrm>
        </p:spPr>
        <p:txBody>
          <a:bodyPr/>
          <a:lstStyle/>
          <a:p>
            <a:r>
              <a:rPr lang="en-PH" b="0" i="0" dirty="0">
                <a:solidFill>
                  <a:srgbClr val="000000"/>
                </a:solidFill>
                <a:effectLst/>
                <a:latin typeface="system-ui"/>
              </a:rPr>
              <a:t>Ephesians 6:10-18 (NIV)</a:t>
            </a:r>
            <a:endParaRPr lang="en-PH" dirty="0"/>
          </a:p>
        </p:txBody>
      </p:sp>
    </p:spTree>
    <p:extLst>
      <p:ext uri="{BB962C8B-B14F-4D97-AF65-F5344CB8AC3E}">
        <p14:creationId xmlns:p14="http://schemas.microsoft.com/office/powerpoint/2010/main" val="687042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CEEE-FDF1-4F33-A996-3A8F92E6FB76}"/>
              </a:ext>
            </a:extLst>
          </p:cNvPr>
          <p:cNvSpPr>
            <a:spLocks noGrp="1"/>
          </p:cNvSpPr>
          <p:nvPr>
            <p:ph type="ctrTitle"/>
          </p:nvPr>
        </p:nvSpPr>
        <p:spPr>
          <a:xfrm>
            <a:off x="0" y="0"/>
            <a:ext cx="12192000" cy="5099620"/>
          </a:xfrm>
        </p:spPr>
        <p:txBody>
          <a:bodyPr>
            <a:noAutofit/>
          </a:bodyPr>
          <a:lstStyle/>
          <a:p>
            <a:r>
              <a:rPr lang="en-US" sz="3200" b="1" i="0" baseline="30000" dirty="0">
                <a:solidFill>
                  <a:srgbClr val="000000"/>
                </a:solidFill>
                <a:effectLst/>
                <a:latin typeface="system-ui"/>
              </a:rPr>
              <a:t>3 </a:t>
            </a:r>
            <a:r>
              <a:rPr lang="en-US" sz="3200" b="0" i="0" dirty="0">
                <a:solidFill>
                  <a:srgbClr val="000000"/>
                </a:solidFill>
                <a:effectLst/>
                <a:latin typeface="system-ui"/>
              </a:rPr>
              <a:t>For rulers are not a terror to good conduct, but to bad. Would you have no fear of the one who is in authority? Then do what is good, and you will receive his approval, </a:t>
            </a:r>
            <a:r>
              <a:rPr lang="en-US" sz="3200" b="1" i="0" baseline="30000" dirty="0">
                <a:solidFill>
                  <a:srgbClr val="000000"/>
                </a:solidFill>
                <a:effectLst/>
                <a:latin typeface="system-ui"/>
              </a:rPr>
              <a:t>4 </a:t>
            </a:r>
            <a:r>
              <a:rPr lang="en-US" sz="3200" b="0" i="0" dirty="0">
                <a:solidFill>
                  <a:srgbClr val="000000"/>
                </a:solidFill>
                <a:effectLst/>
                <a:latin typeface="system-ui"/>
              </a:rPr>
              <a:t>for he is God's servant for your good. But if you do wrong, be afraid, for he does not bear the sword in vain. For he is the servant of God, an avenger who carries out God's wrath on the wrongdoer.</a:t>
            </a:r>
            <a:endParaRPr lang="en-PH" sz="3200" dirty="0"/>
          </a:p>
        </p:txBody>
      </p:sp>
      <p:sp>
        <p:nvSpPr>
          <p:cNvPr id="3" name="Subtitle 2">
            <a:extLst>
              <a:ext uri="{FF2B5EF4-FFF2-40B4-BE49-F238E27FC236}">
                <a16:creationId xmlns:a16="http://schemas.microsoft.com/office/drawing/2014/main" id="{11E56C4F-FF03-4175-A406-6D18B8FA66A8}"/>
              </a:ext>
            </a:extLst>
          </p:cNvPr>
          <p:cNvSpPr>
            <a:spLocks noGrp="1"/>
          </p:cNvSpPr>
          <p:nvPr>
            <p:ph type="subTitle" idx="1"/>
          </p:nvPr>
        </p:nvSpPr>
        <p:spPr>
          <a:xfrm>
            <a:off x="0" y="5191695"/>
            <a:ext cx="12192000" cy="1655762"/>
          </a:xfrm>
        </p:spPr>
        <p:txBody>
          <a:bodyPr/>
          <a:lstStyle/>
          <a:p>
            <a:r>
              <a:rPr lang="en-PH" b="0" i="0" dirty="0">
                <a:solidFill>
                  <a:srgbClr val="000000"/>
                </a:solidFill>
                <a:effectLst/>
                <a:latin typeface="system-ui"/>
              </a:rPr>
              <a:t>Romans 13:3-4 (NIV)</a:t>
            </a:r>
            <a:endParaRPr lang="en-PH" dirty="0"/>
          </a:p>
        </p:txBody>
      </p:sp>
    </p:spTree>
    <p:extLst>
      <p:ext uri="{BB962C8B-B14F-4D97-AF65-F5344CB8AC3E}">
        <p14:creationId xmlns:p14="http://schemas.microsoft.com/office/powerpoint/2010/main" val="37463414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DCEEE-FDF1-4F33-A996-3A8F92E6FB76}"/>
              </a:ext>
            </a:extLst>
          </p:cNvPr>
          <p:cNvSpPr>
            <a:spLocks noGrp="1"/>
          </p:cNvSpPr>
          <p:nvPr>
            <p:ph type="ctrTitle"/>
          </p:nvPr>
        </p:nvSpPr>
        <p:spPr>
          <a:xfrm>
            <a:off x="0" y="0"/>
            <a:ext cx="12192000" cy="5099620"/>
          </a:xfrm>
        </p:spPr>
        <p:txBody>
          <a:bodyPr>
            <a:noAutofit/>
          </a:bodyPr>
          <a:lstStyle/>
          <a:p>
            <a:r>
              <a:rPr lang="en-US" sz="3200" b="1" i="0" baseline="30000" dirty="0">
                <a:solidFill>
                  <a:srgbClr val="000000"/>
                </a:solidFill>
                <a:effectLst/>
                <a:latin typeface="system-ui"/>
              </a:rPr>
              <a:t>52 </a:t>
            </a:r>
            <a:r>
              <a:rPr lang="en-US" sz="3200" b="0" i="0" dirty="0">
                <a:solidFill>
                  <a:srgbClr val="000000"/>
                </a:solidFill>
                <a:effectLst/>
                <a:latin typeface="system-ui"/>
              </a:rPr>
              <a:t>Then Jesus said to him, “Put your sword back into its place. For all who take the sword will perish by the sword.</a:t>
            </a:r>
            <a:endParaRPr lang="en-PH" sz="3200" dirty="0"/>
          </a:p>
        </p:txBody>
      </p:sp>
      <p:sp>
        <p:nvSpPr>
          <p:cNvPr id="3" name="Subtitle 2">
            <a:extLst>
              <a:ext uri="{FF2B5EF4-FFF2-40B4-BE49-F238E27FC236}">
                <a16:creationId xmlns:a16="http://schemas.microsoft.com/office/drawing/2014/main" id="{11E56C4F-FF03-4175-A406-6D18B8FA66A8}"/>
              </a:ext>
            </a:extLst>
          </p:cNvPr>
          <p:cNvSpPr>
            <a:spLocks noGrp="1"/>
          </p:cNvSpPr>
          <p:nvPr>
            <p:ph type="subTitle" idx="1"/>
          </p:nvPr>
        </p:nvSpPr>
        <p:spPr>
          <a:xfrm>
            <a:off x="0" y="5191695"/>
            <a:ext cx="12192000" cy="1655762"/>
          </a:xfrm>
        </p:spPr>
        <p:txBody>
          <a:bodyPr/>
          <a:lstStyle/>
          <a:p>
            <a:r>
              <a:rPr lang="en-PH" b="0" i="0" dirty="0">
                <a:solidFill>
                  <a:srgbClr val="000000"/>
                </a:solidFill>
                <a:effectLst/>
                <a:latin typeface="system-ui"/>
              </a:rPr>
              <a:t>Matthew 26:52 (NIV)</a:t>
            </a:r>
            <a:endParaRPr lang="en-PH" dirty="0"/>
          </a:p>
        </p:txBody>
      </p:sp>
    </p:spTree>
    <p:extLst>
      <p:ext uri="{BB962C8B-B14F-4D97-AF65-F5344CB8AC3E}">
        <p14:creationId xmlns:p14="http://schemas.microsoft.com/office/powerpoint/2010/main" val="6273209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61</TotalTime>
  <Words>373</Words>
  <Application>Microsoft Office PowerPoint</Application>
  <PresentationFormat>Widescreen</PresentationFormat>
  <Paragraphs>8</Paragraphs>
  <Slides>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system-ui</vt:lpstr>
      <vt:lpstr>Office Theme</vt:lpstr>
      <vt:lpstr>10 Finally, be strong in the Lord and in his mighty power. 11 Put on the full armor of God, so that you can take your stand against the devil’s schemes. 12 For our struggle is not against flesh and blood, but against the rulers, against the authorities, against the powers of this dark world and against the spiritual forces of evil in the heavenly realms. 13 Therefore put on the full armor of God, so that when the day of evil comes, you may be able to stand your ground, and after you have done everything, to stand. </vt:lpstr>
      <vt:lpstr>14 Stand firm then, with the belt of truth buckled around your waist, with the breastplate of righteousness in place, 15 and with your feet fitted with the readiness that comes from the gospel of peace. 16 In addition to all this, take up the shield of faith, with which you can extinguish all the flaming arrows of the evil one. 17 Take the helmet of salvation and the sword of the Spirit, which is the word of God. 18 And pray in the Spirit on all occasions with all kinds of prayers and requests. With this in mind, be alert and always keep on praying for all the Lord’s people.</vt:lpstr>
      <vt:lpstr>3 For rulers are not a terror to good conduct, but to bad. Would you have no fear of the one who is in authority? Then do what is good, and you will receive his approval, 4 for he is God's servant for your good. But if you do wrong, be afraid, for he does not bear the sword in vain. For he is the servant of God, an avenger who carries out God's wrath on the wrongdoer.</vt:lpstr>
      <vt:lpstr>52 Then Jesus said to him, “Put your sword back into its place. For all who take the sword will perish by the sword.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were you searching for me?” he asked. “Didn’t you know I had to be in my Father’s house?”</dc:title>
  <dc:creator>Asus</dc:creator>
  <cp:lastModifiedBy>Asus</cp:lastModifiedBy>
  <cp:revision>61</cp:revision>
  <dcterms:created xsi:type="dcterms:W3CDTF">2023-03-07T02:48:56Z</dcterms:created>
  <dcterms:modified xsi:type="dcterms:W3CDTF">2023-03-09T04:44:47Z</dcterms:modified>
</cp:coreProperties>
</file>