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42" d="100"/>
          <a:sy n="42" d="100"/>
        </p:scale>
        <p:origin x="66" y="57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6E7B3-73DF-49D1-AF83-9423390EA4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a:extLst>
              <a:ext uri="{FF2B5EF4-FFF2-40B4-BE49-F238E27FC236}">
                <a16:creationId xmlns:a16="http://schemas.microsoft.com/office/drawing/2014/main" id="{1C2C62F3-F65D-48CF-B663-D2212D2ACB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a:extLst>
              <a:ext uri="{FF2B5EF4-FFF2-40B4-BE49-F238E27FC236}">
                <a16:creationId xmlns:a16="http://schemas.microsoft.com/office/drawing/2014/main" id="{90267A37-935E-4B46-A0FF-9CDD887A3514}"/>
              </a:ext>
            </a:extLst>
          </p:cNvPr>
          <p:cNvSpPr>
            <a:spLocks noGrp="1"/>
          </p:cNvSpPr>
          <p:nvPr>
            <p:ph type="dt" sz="half" idx="10"/>
          </p:nvPr>
        </p:nvSpPr>
        <p:spPr/>
        <p:txBody>
          <a:bodyPr/>
          <a:lstStyle/>
          <a:p>
            <a:fld id="{BD8B58AA-81CB-404E-AC05-DCB20BEE1560}" type="datetimeFigureOut">
              <a:rPr lang="en-PH" smtClean="0"/>
              <a:t>07/03/2023</a:t>
            </a:fld>
            <a:endParaRPr lang="en-PH"/>
          </a:p>
        </p:txBody>
      </p:sp>
      <p:sp>
        <p:nvSpPr>
          <p:cNvPr id="5" name="Footer Placeholder 4">
            <a:extLst>
              <a:ext uri="{FF2B5EF4-FFF2-40B4-BE49-F238E27FC236}">
                <a16:creationId xmlns:a16="http://schemas.microsoft.com/office/drawing/2014/main" id="{233F4085-E11F-4A85-859F-5334C69BCAD4}"/>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999C5671-1246-4A64-BC93-86C123C55728}"/>
              </a:ext>
            </a:extLst>
          </p:cNvPr>
          <p:cNvSpPr>
            <a:spLocks noGrp="1"/>
          </p:cNvSpPr>
          <p:nvPr>
            <p:ph type="sldNum" sz="quarter" idx="12"/>
          </p:nvPr>
        </p:nvSpPr>
        <p:spPr/>
        <p:txBody>
          <a:bodyPr/>
          <a:lstStyle/>
          <a:p>
            <a:fld id="{84BAC61A-4F6C-4C8A-A254-4CCC09F340AF}" type="slidenum">
              <a:rPr lang="en-PH" smtClean="0"/>
              <a:t>‹#›</a:t>
            </a:fld>
            <a:endParaRPr lang="en-PH"/>
          </a:p>
        </p:txBody>
      </p:sp>
    </p:spTree>
    <p:extLst>
      <p:ext uri="{BB962C8B-B14F-4D97-AF65-F5344CB8AC3E}">
        <p14:creationId xmlns:p14="http://schemas.microsoft.com/office/powerpoint/2010/main" val="4289867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9216D-D289-4EF2-A5A5-EA93E280A645}"/>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1B0DB4E1-D1CA-47DD-ADBA-BF45AE1B4A6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E3EFE918-78B6-479C-8D3C-8C78B460DA7B}"/>
              </a:ext>
            </a:extLst>
          </p:cNvPr>
          <p:cNvSpPr>
            <a:spLocks noGrp="1"/>
          </p:cNvSpPr>
          <p:nvPr>
            <p:ph type="dt" sz="half" idx="10"/>
          </p:nvPr>
        </p:nvSpPr>
        <p:spPr/>
        <p:txBody>
          <a:bodyPr/>
          <a:lstStyle/>
          <a:p>
            <a:fld id="{BD8B58AA-81CB-404E-AC05-DCB20BEE1560}" type="datetimeFigureOut">
              <a:rPr lang="en-PH" smtClean="0"/>
              <a:t>07/03/2023</a:t>
            </a:fld>
            <a:endParaRPr lang="en-PH"/>
          </a:p>
        </p:txBody>
      </p:sp>
      <p:sp>
        <p:nvSpPr>
          <p:cNvPr id="5" name="Footer Placeholder 4">
            <a:extLst>
              <a:ext uri="{FF2B5EF4-FFF2-40B4-BE49-F238E27FC236}">
                <a16:creationId xmlns:a16="http://schemas.microsoft.com/office/drawing/2014/main" id="{AF945115-E4CE-45B9-82BD-EEF6A3D4F0C8}"/>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3C10E6DB-7E8B-4C44-8289-FF9B5EC77812}"/>
              </a:ext>
            </a:extLst>
          </p:cNvPr>
          <p:cNvSpPr>
            <a:spLocks noGrp="1"/>
          </p:cNvSpPr>
          <p:nvPr>
            <p:ph type="sldNum" sz="quarter" idx="12"/>
          </p:nvPr>
        </p:nvSpPr>
        <p:spPr/>
        <p:txBody>
          <a:bodyPr/>
          <a:lstStyle/>
          <a:p>
            <a:fld id="{84BAC61A-4F6C-4C8A-A254-4CCC09F340AF}" type="slidenum">
              <a:rPr lang="en-PH" smtClean="0"/>
              <a:t>‹#›</a:t>
            </a:fld>
            <a:endParaRPr lang="en-PH"/>
          </a:p>
        </p:txBody>
      </p:sp>
    </p:spTree>
    <p:extLst>
      <p:ext uri="{BB962C8B-B14F-4D97-AF65-F5344CB8AC3E}">
        <p14:creationId xmlns:p14="http://schemas.microsoft.com/office/powerpoint/2010/main" val="1540978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E39EB-8C37-402D-B610-B5875BD31FD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a:extLst>
              <a:ext uri="{FF2B5EF4-FFF2-40B4-BE49-F238E27FC236}">
                <a16:creationId xmlns:a16="http://schemas.microsoft.com/office/drawing/2014/main" id="{22AC92C9-5144-4380-A8AA-426D3DE5D63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4B603FC-50B2-4676-92DE-6BC389ECD497}"/>
              </a:ext>
            </a:extLst>
          </p:cNvPr>
          <p:cNvSpPr>
            <a:spLocks noGrp="1"/>
          </p:cNvSpPr>
          <p:nvPr>
            <p:ph type="dt" sz="half" idx="10"/>
          </p:nvPr>
        </p:nvSpPr>
        <p:spPr/>
        <p:txBody>
          <a:bodyPr/>
          <a:lstStyle/>
          <a:p>
            <a:fld id="{BD8B58AA-81CB-404E-AC05-DCB20BEE1560}" type="datetimeFigureOut">
              <a:rPr lang="en-PH" smtClean="0"/>
              <a:t>07/03/2023</a:t>
            </a:fld>
            <a:endParaRPr lang="en-PH"/>
          </a:p>
        </p:txBody>
      </p:sp>
      <p:sp>
        <p:nvSpPr>
          <p:cNvPr id="5" name="Footer Placeholder 4">
            <a:extLst>
              <a:ext uri="{FF2B5EF4-FFF2-40B4-BE49-F238E27FC236}">
                <a16:creationId xmlns:a16="http://schemas.microsoft.com/office/drawing/2014/main" id="{BA89330C-FBF9-4414-BAE7-E42B2E4CA66D}"/>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D2569596-BAAD-469D-9EBB-15FDE1E239EA}"/>
              </a:ext>
            </a:extLst>
          </p:cNvPr>
          <p:cNvSpPr>
            <a:spLocks noGrp="1"/>
          </p:cNvSpPr>
          <p:nvPr>
            <p:ph type="sldNum" sz="quarter" idx="12"/>
          </p:nvPr>
        </p:nvSpPr>
        <p:spPr/>
        <p:txBody>
          <a:bodyPr/>
          <a:lstStyle/>
          <a:p>
            <a:fld id="{84BAC61A-4F6C-4C8A-A254-4CCC09F340AF}" type="slidenum">
              <a:rPr lang="en-PH" smtClean="0"/>
              <a:t>‹#›</a:t>
            </a:fld>
            <a:endParaRPr lang="en-PH"/>
          </a:p>
        </p:txBody>
      </p:sp>
    </p:spTree>
    <p:extLst>
      <p:ext uri="{BB962C8B-B14F-4D97-AF65-F5344CB8AC3E}">
        <p14:creationId xmlns:p14="http://schemas.microsoft.com/office/powerpoint/2010/main" val="10998538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46D1D-2B37-418A-9D33-4F671E7EEAAB}"/>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A73B25B5-2C09-403F-A5CB-C5ACBFD6EE0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a:extLst>
              <a:ext uri="{FF2B5EF4-FFF2-40B4-BE49-F238E27FC236}">
                <a16:creationId xmlns:a16="http://schemas.microsoft.com/office/drawing/2014/main" id="{D490D495-78D4-484E-AA3F-1E8A6B6F59C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a:extLst>
              <a:ext uri="{FF2B5EF4-FFF2-40B4-BE49-F238E27FC236}">
                <a16:creationId xmlns:a16="http://schemas.microsoft.com/office/drawing/2014/main" id="{5B46AC27-2E0C-494B-8B91-F3A8F1E5389B}"/>
              </a:ext>
            </a:extLst>
          </p:cNvPr>
          <p:cNvSpPr>
            <a:spLocks noGrp="1"/>
          </p:cNvSpPr>
          <p:nvPr>
            <p:ph type="dt" sz="half" idx="10"/>
          </p:nvPr>
        </p:nvSpPr>
        <p:spPr/>
        <p:txBody>
          <a:bodyPr/>
          <a:lstStyle/>
          <a:p>
            <a:fld id="{BD8B58AA-81CB-404E-AC05-DCB20BEE1560}" type="datetimeFigureOut">
              <a:rPr lang="en-PH" smtClean="0"/>
              <a:t>07/03/2023</a:t>
            </a:fld>
            <a:endParaRPr lang="en-PH"/>
          </a:p>
        </p:txBody>
      </p:sp>
      <p:sp>
        <p:nvSpPr>
          <p:cNvPr id="6" name="Footer Placeholder 5">
            <a:extLst>
              <a:ext uri="{FF2B5EF4-FFF2-40B4-BE49-F238E27FC236}">
                <a16:creationId xmlns:a16="http://schemas.microsoft.com/office/drawing/2014/main" id="{C49C4E4F-744C-4B43-997E-0B54A5E87536}"/>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95CDD7A8-9DFF-4035-B919-5FB3BF0B15E1}"/>
              </a:ext>
            </a:extLst>
          </p:cNvPr>
          <p:cNvSpPr>
            <a:spLocks noGrp="1"/>
          </p:cNvSpPr>
          <p:nvPr>
            <p:ph type="sldNum" sz="quarter" idx="12"/>
          </p:nvPr>
        </p:nvSpPr>
        <p:spPr/>
        <p:txBody>
          <a:bodyPr/>
          <a:lstStyle/>
          <a:p>
            <a:fld id="{84BAC61A-4F6C-4C8A-A254-4CCC09F340AF}" type="slidenum">
              <a:rPr lang="en-PH" smtClean="0"/>
              <a:t>‹#›</a:t>
            </a:fld>
            <a:endParaRPr lang="en-PH"/>
          </a:p>
        </p:txBody>
      </p:sp>
    </p:spTree>
    <p:extLst>
      <p:ext uri="{BB962C8B-B14F-4D97-AF65-F5344CB8AC3E}">
        <p14:creationId xmlns:p14="http://schemas.microsoft.com/office/powerpoint/2010/main" val="10343704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C482C-0B73-437F-B280-751B9A855DAB}"/>
              </a:ext>
            </a:extLst>
          </p:cNvPr>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a:extLst>
              <a:ext uri="{FF2B5EF4-FFF2-40B4-BE49-F238E27FC236}">
                <a16:creationId xmlns:a16="http://schemas.microsoft.com/office/drawing/2014/main" id="{77E7605C-849B-4EE9-987F-67B7B64F9D8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7B41239-D8E9-42DC-9A27-08E053F401C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a:extLst>
              <a:ext uri="{FF2B5EF4-FFF2-40B4-BE49-F238E27FC236}">
                <a16:creationId xmlns:a16="http://schemas.microsoft.com/office/drawing/2014/main" id="{348CA4CA-6522-440D-90B4-8819C8D5036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F18FD8-A995-498D-955A-C569488B170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a:extLst>
              <a:ext uri="{FF2B5EF4-FFF2-40B4-BE49-F238E27FC236}">
                <a16:creationId xmlns:a16="http://schemas.microsoft.com/office/drawing/2014/main" id="{ED47AAF1-270D-42E9-84B8-F9396E7B436E}"/>
              </a:ext>
            </a:extLst>
          </p:cNvPr>
          <p:cNvSpPr>
            <a:spLocks noGrp="1"/>
          </p:cNvSpPr>
          <p:nvPr>
            <p:ph type="dt" sz="half" idx="10"/>
          </p:nvPr>
        </p:nvSpPr>
        <p:spPr/>
        <p:txBody>
          <a:bodyPr/>
          <a:lstStyle/>
          <a:p>
            <a:fld id="{BD8B58AA-81CB-404E-AC05-DCB20BEE1560}" type="datetimeFigureOut">
              <a:rPr lang="en-PH" smtClean="0"/>
              <a:t>07/03/2023</a:t>
            </a:fld>
            <a:endParaRPr lang="en-PH"/>
          </a:p>
        </p:txBody>
      </p:sp>
      <p:sp>
        <p:nvSpPr>
          <p:cNvPr id="8" name="Footer Placeholder 7">
            <a:extLst>
              <a:ext uri="{FF2B5EF4-FFF2-40B4-BE49-F238E27FC236}">
                <a16:creationId xmlns:a16="http://schemas.microsoft.com/office/drawing/2014/main" id="{FFC791BB-63E7-4B75-8FCF-222B4E473737}"/>
              </a:ext>
            </a:extLst>
          </p:cNvPr>
          <p:cNvSpPr>
            <a:spLocks noGrp="1"/>
          </p:cNvSpPr>
          <p:nvPr>
            <p:ph type="ftr" sz="quarter" idx="11"/>
          </p:nvPr>
        </p:nvSpPr>
        <p:spPr/>
        <p:txBody>
          <a:bodyPr/>
          <a:lstStyle/>
          <a:p>
            <a:endParaRPr lang="en-PH"/>
          </a:p>
        </p:txBody>
      </p:sp>
      <p:sp>
        <p:nvSpPr>
          <p:cNvPr id="9" name="Slide Number Placeholder 8">
            <a:extLst>
              <a:ext uri="{FF2B5EF4-FFF2-40B4-BE49-F238E27FC236}">
                <a16:creationId xmlns:a16="http://schemas.microsoft.com/office/drawing/2014/main" id="{0918CDA9-0508-42CC-973F-7F3AAB0F0436}"/>
              </a:ext>
            </a:extLst>
          </p:cNvPr>
          <p:cNvSpPr>
            <a:spLocks noGrp="1"/>
          </p:cNvSpPr>
          <p:nvPr>
            <p:ph type="sldNum" sz="quarter" idx="12"/>
          </p:nvPr>
        </p:nvSpPr>
        <p:spPr/>
        <p:txBody>
          <a:bodyPr/>
          <a:lstStyle/>
          <a:p>
            <a:fld id="{84BAC61A-4F6C-4C8A-A254-4CCC09F340AF}" type="slidenum">
              <a:rPr lang="en-PH" smtClean="0"/>
              <a:t>‹#›</a:t>
            </a:fld>
            <a:endParaRPr lang="en-PH"/>
          </a:p>
        </p:txBody>
      </p:sp>
    </p:spTree>
    <p:extLst>
      <p:ext uri="{BB962C8B-B14F-4D97-AF65-F5344CB8AC3E}">
        <p14:creationId xmlns:p14="http://schemas.microsoft.com/office/powerpoint/2010/main" val="28765501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0FEBC-ECAC-4F32-B499-2034819F40E5}"/>
              </a:ext>
            </a:extLst>
          </p:cNvPr>
          <p:cNvSpPr>
            <a:spLocks noGrp="1"/>
          </p:cNvSpPr>
          <p:nvPr>
            <p:ph type="title"/>
          </p:nvPr>
        </p:nvSpPr>
        <p:spPr/>
        <p:txBody>
          <a:bodyPr/>
          <a:lstStyle/>
          <a:p>
            <a:r>
              <a:rPr lang="en-US"/>
              <a:t>Click to edit Master title style</a:t>
            </a:r>
            <a:endParaRPr lang="en-PH"/>
          </a:p>
        </p:txBody>
      </p:sp>
      <p:sp>
        <p:nvSpPr>
          <p:cNvPr id="3" name="Date Placeholder 2">
            <a:extLst>
              <a:ext uri="{FF2B5EF4-FFF2-40B4-BE49-F238E27FC236}">
                <a16:creationId xmlns:a16="http://schemas.microsoft.com/office/drawing/2014/main" id="{2205852E-0702-4FCF-B177-91FE50C97B8A}"/>
              </a:ext>
            </a:extLst>
          </p:cNvPr>
          <p:cNvSpPr>
            <a:spLocks noGrp="1"/>
          </p:cNvSpPr>
          <p:nvPr>
            <p:ph type="dt" sz="half" idx="10"/>
          </p:nvPr>
        </p:nvSpPr>
        <p:spPr/>
        <p:txBody>
          <a:bodyPr/>
          <a:lstStyle/>
          <a:p>
            <a:fld id="{BD8B58AA-81CB-404E-AC05-DCB20BEE1560}" type="datetimeFigureOut">
              <a:rPr lang="en-PH" smtClean="0"/>
              <a:t>07/03/2023</a:t>
            </a:fld>
            <a:endParaRPr lang="en-PH"/>
          </a:p>
        </p:txBody>
      </p:sp>
      <p:sp>
        <p:nvSpPr>
          <p:cNvPr id="4" name="Footer Placeholder 3">
            <a:extLst>
              <a:ext uri="{FF2B5EF4-FFF2-40B4-BE49-F238E27FC236}">
                <a16:creationId xmlns:a16="http://schemas.microsoft.com/office/drawing/2014/main" id="{B2464038-E14D-413A-94A4-6BE3D85B9F7F}"/>
              </a:ext>
            </a:extLst>
          </p:cNvPr>
          <p:cNvSpPr>
            <a:spLocks noGrp="1"/>
          </p:cNvSpPr>
          <p:nvPr>
            <p:ph type="ftr" sz="quarter" idx="11"/>
          </p:nvPr>
        </p:nvSpPr>
        <p:spPr/>
        <p:txBody>
          <a:bodyPr/>
          <a:lstStyle/>
          <a:p>
            <a:endParaRPr lang="en-PH"/>
          </a:p>
        </p:txBody>
      </p:sp>
      <p:sp>
        <p:nvSpPr>
          <p:cNvPr id="5" name="Slide Number Placeholder 4">
            <a:extLst>
              <a:ext uri="{FF2B5EF4-FFF2-40B4-BE49-F238E27FC236}">
                <a16:creationId xmlns:a16="http://schemas.microsoft.com/office/drawing/2014/main" id="{FB29372C-7334-4381-BBBE-2F0121456E45}"/>
              </a:ext>
            </a:extLst>
          </p:cNvPr>
          <p:cNvSpPr>
            <a:spLocks noGrp="1"/>
          </p:cNvSpPr>
          <p:nvPr>
            <p:ph type="sldNum" sz="quarter" idx="12"/>
          </p:nvPr>
        </p:nvSpPr>
        <p:spPr/>
        <p:txBody>
          <a:bodyPr/>
          <a:lstStyle/>
          <a:p>
            <a:fld id="{84BAC61A-4F6C-4C8A-A254-4CCC09F340AF}" type="slidenum">
              <a:rPr lang="en-PH" smtClean="0"/>
              <a:t>‹#›</a:t>
            </a:fld>
            <a:endParaRPr lang="en-PH"/>
          </a:p>
        </p:txBody>
      </p:sp>
    </p:spTree>
    <p:extLst>
      <p:ext uri="{BB962C8B-B14F-4D97-AF65-F5344CB8AC3E}">
        <p14:creationId xmlns:p14="http://schemas.microsoft.com/office/powerpoint/2010/main" val="3878983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6D54989-D2DF-4117-96C3-2F7901D46F65}"/>
              </a:ext>
            </a:extLst>
          </p:cNvPr>
          <p:cNvSpPr>
            <a:spLocks noGrp="1"/>
          </p:cNvSpPr>
          <p:nvPr>
            <p:ph type="dt" sz="half" idx="10"/>
          </p:nvPr>
        </p:nvSpPr>
        <p:spPr/>
        <p:txBody>
          <a:bodyPr/>
          <a:lstStyle/>
          <a:p>
            <a:fld id="{BD8B58AA-81CB-404E-AC05-DCB20BEE1560}" type="datetimeFigureOut">
              <a:rPr lang="en-PH" smtClean="0"/>
              <a:t>07/03/2023</a:t>
            </a:fld>
            <a:endParaRPr lang="en-PH"/>
          </a:p>
        </p:txBody>
      </p:sp>
      <p:sp>
        <p:nvSpPr>
          <p:cNvPr id="3" name="Footer Placeholder 2">
            <a:extLst>
              <a:ext uri="{FF2B5EF4-FFF2-40B4-BE49-F238E27FC236}">
                <a16:creationId xmlns:a16="http://schemas.microsoft.com/office/drawing/2014/main" id="{48D6C180-40F0-46F3-891F-68CF5138753F}"/>
              </a:ext>
            </a:extLst>
          </p:cNvPr>
          <p:cNvSpPr>
            <a:spLocks noGrp="1"/>
          </p:cNvSpPr>
          <p:nvPr>
            <p:ph type="ftr" sz="quarter" idx="11"/>
          </p:nvPr>
        </p:nvSpPr>
        <p:spPr/>
        <p:txBody>
          <a:bodyPr/>
          <a:lstStyle/>
          <a:p>
            <a:endParaRPr lang="en-PH"/>
          </a:p>
        </p:txBody>
      </p:sp>
      <p:sp>
        <p:nvSpPr>
          <p:cNvPr id="4" name="Slide Number Placeholder 3">
            <a:extLst>
              <a:ext uri="{FF2B5EF4-FFF2-40B4-BE49-F238E27FC236}">
                <a16:creationId xmlns:a16="http://schemas.microsoft.com/office/drawing/2014/main" id="{1BD2FBA7-6DD3-48D3-BA99-BCA10E418C6B}"/>
              </a:ext>
            </a:extLst>
          </p:cNvPr>
          <p:cNvSpPr>
            <a:spLocks noGrp="1"/>
          </p:cNvSpPr>
          <p:nvPr>
            <p:ph type="sldNum" sz="quarter" idx="12"/>
          </p:nvPr>
        </p:nvSpPr>
        <p:spPr/>
        <p:txBody>
          <a:bodyPr/>
          <a:lstStyle/>
          <a:p>
            <a:fld id="{84BAC61A-4F6C-4C8A-A254-4CCC09F340AF}" type="slidenum">
              <a:rPr lang="en-PH" smtClean="0"/>
              <a:t>‹#›</a:t>
            </a:fld>
            <a:endParaRPr lang="en-PH"/>
          </a:p>
        </p:txBody>
      </p:sp>
    </p:spTree>
    <p:extLst>
      <p:ext uri="{BB962C8B-B14F-4D97-AF65-F5344CB8AC3E}">
        <p14:creationId xmlns:p14="http://schemas.microsoft.com/office/powerpoint/2010/main" val="42053748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BAD24-5EC5-4541-8A2E-5861F40B53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a:extLst>
              <a:ext uri="{FF2B5EF4-FFF2-40B4-BE49-F238E27FC236}">
                <a16:creationId xmlns:a16="http://schemas.microsoft.com/office/drawing/2014/main" id="{8851BF6F-D3E1-4DD4-9FA9-4EC2EB7150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a:extLst>
              <a:ext uri="{FF2B5EF4-FFF2-40B4-BE49-F238E27FC236}">
                <a16:creationId xmlns:a16="http://schemas.microsoft.com/office/drawing/2014/main" id="{635843FD-F7FC-4F08-8C2F-4C01532D82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165B8-D6D3-4059-ABA7-67FB99EF322F}"/>
              </a:ext>
            </a:extLst>
          </p:cNvPr>
          <p:cNvSpPr>
            <a:spLocks noGrp="1"/>
          </p:cNvSpPr>
          <p:nvPr>
            <p:ph type="dt" sz="half" idx="10"/>
          </p:nvPr>
        </p:nvSpPr>
        <p:spPr/>
        <p:txBody>
          <a:bodyPr/>
          <a:lstStyle/>
          <a:p>
            <a:fld id="{BD8B58AA-81CB-404E-AC05-DCB20BEE1560}" type="datetimeFigureOut">
              <a:rPr lang="en-PH" smtClean="0"/>
              <a:t>07/03/2023</a:t>
            </a:fld>
            <a:endParaRPr lang="en-PH"/>
          </a:p>
        </p:txBody>
      </p:sp>
      <p:sp>
        <p:nvSpPr>
          <p:cNvPr id="6" name="Footer Placeholder 5">
            <a:extLst>
              <a:ext uri="{FF2B5EF4-FFF2-40B4-BE49-F238E27FC236}">
                <a16:creationId xmlns:a16="http://schemas.microsoft.com/office/drawing/2014/main" id="{64BC267A-3C88-4E67-8E6A-541E045FFF95}"/>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363A05BC-4BF4-4A99-B792-22165B390790}"/>
              </a:ext>
            </a:extLst>
          </p:cNvPr>
          <p:cNvSpPr>
            <a:spLocks noGrp="1"/>
          </p:cNvSpPr>
          <p:nvPr>
            <p:ph type="sldNum" sz="quarter" idx="12"/>
          </p:nvPr>
        </p:nvSpPr>
        <p:spPr/>
        <p:txBody>
          <a:bodyPr/>
          <a:lstStyle/>
          <a:p>
            <a:fld id="{84BAC61A-4F6C-4C8A-A254-4CCC09F340AF}" type="slidenum">
              <a:rPr lang="en-PH" smtClean="0"/>
              <a:t>‹#›</a:t>
            </a:fld>
            <a:endParaRPr lang="en-PH"/>
          </a:p>
        </p:txBody>
      </p:sp>
    </p:spTree>
    <p:extLst>
      <p:ext uri="{BB962C8B-B14F-4D97-AF65-F5344CB8AC3E}">
        <p14:creationId xmlns:p14="http://schemas.microsoft.com/office/powerpoint/2010/main" val="33486042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ABE63-8587-49BA-933E-07307F0979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a:extLst>
              <a:ext uri="{FF2B5EF4-FFF2-40B4-BE49-F238E27FC236}">
                <a16:creationId xmlns:a16="http://schemas.microsoft.com/office/drawing/2014/main" id="{3E005AB0-BE11-4334-9019-A72E673609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a:extLst>
              <a:ext uri="{FF2B5EF4-FFF2-40B4-BE49-F238E27FC236}">
                <a16:creationId xmlns:a16="http://schemas.microsoft.com/office/drawing/2014/main" id="{6B83E971-73FD-4929-BD69-EB6A52DFF8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9C5BAD-B13B-4E6E-803F-423DE1290D92}"/>
              </a:ext>
            </a:extLst>
          </p:cNvPr>
          <p:cNvSpPr>
            <a:spLocks noGrp="1"/>
          </p:cNvSpPr>
          <p:nvPr>
            <p:ph type="dt" sz="half" idx="10"/>
          </p:nvPr>
        </p:nvSpPr>
        <p:spPr/>
        <p:txBody>
          <a:bodyPr/>
          <a:lstStyle/>
          <a:p>
            <a:fld id="{BD8B58AA-81CB-404E-AC05-DCB20BEE1560}" type="datetimeFigureOut">
              <a:rPr lang="en-PH" smtClean="0"/>
              <a:t>07/03/2023</a:t>
            </a:fld>
            <a:endParaRPr lang="en-PH"/>
          </a:p>
        </p:txBody>
      </p:sp>
      <p:sp>
        <p:nvSpPr>
          <p:cNvPr id="6" name="Footer Placeholder 5">
            <a:extLst>
              <a:ext uri="{FF2B5EF4-FFF2-40B4-BE49-F238E27FC236}">
                <a16:creationId xmlns:a16="http://schemas.microsoft.com/office/drawing/2014/main" id="{3A60CD5C-F723-4E5A-94FE-E58D4486679F}"/>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A295B57D-8182-451F-94D4-9476FDD4D972}"/>
              </a:ext>
            </a:extLst>
          </p:cNvPr>
          <p:cNvSpPr>
            <a:spLocks noGrp="1"/>
          </p:cNvSpPr>
          <p:nvPr>
            <p:ph type="sldNum" sz="quarter" idx="12"/>
          </p:nvPr>
        </p:nvSpPr>
        <p:spPr/>
        <p:txBody>
          <a:bodyPr/>
          <a:lstStyle/>
          <a:p>
            <a:fld id="{84BAC61A-4F6C-4C8A-A254-4CCC09F340AF}" type="slidenum">
              <a:rPr lang="en-PH" smtClean="0"/>
              <a:t>‹#›</a:t>
            </a:fld>
            <a:endParaRPr lang="en-PH"/>
          </a:p>
        </p:txBody>
      </p:sp>
    </p:spTree>
    <p:extLst>
      <p:ext uri="{BB962C8B-B14F-4D97-AF65-F5344CB8AC3E}">
        <p14:creationId xmlns:p14="http://schemas.microsoft.com/office/powerpoint/2010/main" val="35953623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19572-4FFC-4B58-A371-C2DE0AFFE0C9}"/>
              </a:ext>
            </a:extLst>
          </p:cNvPr>
          <p:cNvSpPr>
            <a:spLocks noGrp="1"/>
          </p:cNvSpPr>
          <p:nvPr>
            <p:ph type="title"/>
          </p:nvPr>
        </p:nvSpPr>
        <p:spPr/>
        <p:txBody>
          <a:bodyPr/>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91D533BF-355C-4628-A058-68AC8BA985F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34371BA6-7C42-40AB-9DA0-AAD095CAB677}"/>
              </a:ext>
            </a:extLst>
          </p:cNvPr>
          <p:cNvSpPr>
            <a:spLocks noGrp="1"/>
          </p:cNvSpPr>
          <p:nvPr>
            <p:ph type="dt" sz="half" idx="10"/>
          </p:nvPr>
        </p:nvSpPr>
        <p:spPr/>
        <p:txBody>
          <a:bodyPr/>
          <a:lstStyle/>
          <a:p>
            <a:fld id="{BD8B58AA-81CB-404E-AC05-DCB20BEE1560}" type="datetimeFigureOut">
              <a:rPr lang="en-PH" smtClean="0"/>
              <a:t>07/03/2023</a:t>
            </a:fld>
            <a:endParaRPr lang="en-PH"/>
          </a:p>
        </p:txBody>
      </p:sp>
      <p:sp>
        <p:nvSpPr>
          <p:cNvPr id="5" name="Footer Placeholder 4">
            <a:extLst>
              <a:ext uri="{FF2B5EF4-FFF2-40B4-BE49-F238E27FC236}">
                <a16:creationId xmlns:a16="http://schemas.microsoft.com/office/drawing/2014/main" id="{B8AB28F8-D309-436C-AF75-551C518F0A57}"/>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CAE155EA-3509-4958-A7CC-B3552C40787B}"/>
              </a:ext>
            </a:extLst>
          </p:cNvPr>
          <p:cNvSpPr>
            <a:spLocks noGrp="1"/>
          </p:cNvSpPr>
          <p:nvPr>
            <p:ph type="sldNum" sz="quarter" idx="12"/>
          </p:nvPr>
        </p:nvSpPr>
        <p:spPr/>
        <p:txBody>
          <a:bodyPr/>
          <a:lstStyle/>
          <a:p>
            <a:fld id="{84BAC61A-4F6C-4C8A-A254-4CCC09F340AF}" type="slidenum">
              <a:rPr lang="en-PH" smtClean="0"/>
              <a:t>‹#›</a:t>
            </a:fld>
            <a:endParaRPr lang="en-PH"/>
          </a:p>
        </p:txBody>
      </p:sp>
    </p:spTree>
    <p:extLst>
      <p:ext uri="{BB962C8B-B14F-4D97-AF65-F5344CB8AC3E}">
        <p14:creationId xmlns:p14="http://schemas.microsoft.com/office/powerpoint/2010/main" val="24350880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F80760-72C7-4E0F-BC1B-0458A41A479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02E06827-4955-41EB-8368-E0520323DC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917B8C8F-6852-4851-BBA6-A0F39540643B}"/>
              </a:ext>
            </a:extLst>
          </p:cNvPr>
          <p:cNvSpPr>
            <a:spLocks noGrp="1"/>
          </p:cNvSpPr>
          <p:nvPr>
            <p:ph type="dt" sz="half" idx="10"/>
          </p:nvPr>
        </p:nvSpPr>
        <p:spPr/>
        <p:txBody>
          <a:bodyPr/>
          <a:lstStyle/>
          <a:p>
            <a:fld id="{BD8B58AA-81CB-404E-AC05-DCB20BEE1560}" type="datetimeFigureOut">
              <a:rPr lang="en-PH" smtClean="0"/>
              <a:t>07/03/2023</a:t>
            </a:fld>
            <a:endParaRPr lang="en-PH"/>
          </a:p>
        </p:txBody>
      </p:sp>
      <p:sp>
        <p:nvSpPr>
          <p:cNvPr id="5" name="Footer Placeholder 4">
            <a:extLst>
              <a:ext uri="{FF2B5EF4-FFF2-40B4-BE49-F238E27FC236}">
                <a16:creationId xmlns:a16="http://schemas.microsoft.com/office/drawing/2014/main" id="{8AC75E28-8AF7-4CF6-A778-810AF9273727}"/>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5E4596CD-3807-450A-BDB4-873D94C5F7A2}"/>
              </a:ext>
            </a:extLst>
          </p:cNvPr>
          <p:cNvSpPr>
            <a:spLocks noGrp="1"/>
          </p:cNvSpPr>
          <p:nvPr>
            <p:ph type="sldNum" sz="quarter" idx="12"/>
          </p:nvPr>
        </p:nvSpPr>
        <p:spPr/>
        <p:txBody>
          <a:bodyPr/>
          <a:lstStyle/>
          <a:p>
            <a:fld id="{84BAC61A-4F6C-4C8A-A254-4CCC09F340AF}" type="slidenum">
              <a:rPr lang="en-PH" smtClean="0"/>
              <a:t>‹#›</a:t>
            </a:fld>
            <a:endParaRPr lang="en-PH"/>
          </a:p>
        </p:txBody>
      </p:sp>
    </p:spTree>
    <p:extLst>
      <p:ext uri="{BB962C8B-B14F-4D97-AF65-F5344CB8AC3E}">
        <p14:creationId xmlns:p14="http://schemas.microsoft.com/office/powerpoint/2010/main" val="16363879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16AEC9-D963-40F9-9545-8973EBB0CE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a:extLst>
              <a:ext uri="{FF2B5EF4-FFF2-40B4-BE49-F238E27FC236}">
                <a16:creationId xmlns:a16="http://schemas.microsoft.com/office/drawing/2014/main" id="{8A8FDAEE-9CBA-47C2-ACDB-DBF7252E2B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83663743-117C-49DC-AC5B-A379907241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8B58AA-81CB-404E-AC05-DCB20BEE1560}" type="datetimeFigureOut">
              <a:rPr lang="en-PH" smtClean="0"/>
              <a:t>07/03/2023</a:t>
            </a:fld>
            <a:endParaRPr lang="en-PH"/>
          </a:p>
        </p:txBody>
      </p:sp>
      <p:sp>
        <p:nvSpPr>
          <p:cNvPr id="5" name="Footer Placeholder 4">
            <a:extLst>
              <a:ext uri="{FF2B5EF4-FFF2-40B4-BE49-F238E27FC236}">
                <a16:creationId xmlns:a16="http://schemas.microsoft.com/office/drawing/2014/main" id="{05F07DAB-90A1-4B29-BDA7-4675138E31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a:extLst>
              <a:ext uri="{FF2B5EF4-FFF2-40B4-BE49-F238E27FC236}">
                <a16:creationId xmlns:a16="http://schemas.microsoft.com/office/drawing/2014/main" id="{48C4F00A-CE6E-4EBD-83EB-ED3454CDA0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BAC61A-4F6C-4C8A-A254-4CCC09F340AF}" type="slidenum">
              <a:rPr lang="en-PH" smtClean="0"/>
              <a:t>‹#›</a:t>
            </a:fld>
            <a:endParaRPr lang="en-PH"/>
          </a:p>
        </p:txBody>
      </p:sp>
    </p:spTree>
    <p:extLst>
      <p:ext uri="{BB962C8B-B14F-4D97-AF65-F5344CB8AC3E}">
        <p14:creationId xmlns:p14="http://schemas.microsoft.com/office/powerpoint/2010/main" val="37680024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DCEEE-FDF1-4F33-A996-3A8F92E6FB76}"/>
              </a:ext>
            </a:extLst>
          </p:cNvPr>
          <p:cNvSpPr>
            <a:spLocks noGrp="1"/>
          </p:cNvSpPr>
          <p:nvPr>
            <p:ph type="ctrTitle"/>
          </p:nvPr>
        </p:nvSpPr>
        <p:spPr>
          <a:xfrm>
            <a:off x="0" y="0"/>
            <a:ext cx="12192000" cy="5099620"/>
          </a:xfrm>
        </p:spPr>
        <p:txBody>
          <a:bodyPr>
            <a:noAutofit/>
          </a:bodyPr>
          <a:lstStyle/>
          <a:p>
            <a:r>
              <a:rPr lang="en-US" sz="4000" b="1" i="0" baseline="30000" dirty="0">
                <a:solidFill>
                  <a:srgbClr val="000000"/>
                </a:solidFill>
                <a:effectLst/>
                <a:latin typeface="system-ui"/>
              </a:rPr>
              <a:t>18 </a:t>
            </a:r>
            <a:r>
              <a:rPr lang="en-US" sz="4000" b="0" i="0" dirty="0">
                <a:solidFill>
                  <a:srgbClr val="000000"/>
                </a:solidFill>
                <a:effectLst/>
                <a:latin typeface="system-ui"/>
              </a:rPr>
              <a:t>Then Jesus came to them and said, “All authority in heaven and on earth has been given to me. </a:t>
            </a:r>
            <a:r>
              <a:rPr lang="en-US" sz="4000" b="1" i="0" baseline="30000" dirty="0">
                <a:solidFill>
                  <a:srgbClr val="000000"/>
                </a:solidFill>
                <a:effectLst/>
                <a:latin typeface="system-ui"/>
              </a:rPr>
              <a:t>19 </a:t>
            </a:r>
            <a:r>
              <a:rPr lang="en-US" sz="4000" b="0" i="0" dirty="0">
                <a:solidFill>
                  <a:srgbClr val="000000"/>
                </a:solidFill>
                <a:effectLst/>
                <a:latin typeface="system-ui"/>
              </a:rPr>
              <a:t>Therefore go and make disciples of all nations, baptizing them in the name of the Father and of the Son and of the Holy Spirit, </a:t>
            </a:r>
            <a:r>
              <a:rPr lang="en-US" sz="4000" b="1" i="0" baseline="30000" dirty="0">
                <a:solidFill>
                  <a:srgbClr val="000000"/>
                </a:solidFill>
                <a:effectLst/>
                <a:latin typeface="system-ui"/>
              </a:rPr>
              <a:t>20 </a:t>
            </a:r>
            <a:r>
              <a:rPr lang="en-US" sz="4000" b="0" i="0" dirty="0">
                <a:solidFill>
                  <a:srgbClr val="000000"/>
                </a:solidFill>
                <a:effectLst/>
                <a:latin typeface="system-ui"/>
              </a:rPr>
              <a:t>and teaching them to obey everything I have commanded you. And surely I am with you always, to the very end of the age.”</a:t>
            </a:r>
            <a:endParaRPr lang="en-PH" sz="4000" dirty="0"/>
          </a:p>
        </p:txBody>
      </p:sp>
      <p:sp>
        <p:nvSpPr>
          <p:cNvPr id="3" name="Subtitle 2">
            <a:extLst>
              <a:ext uri="{FF2B5EF4-FFF2-40B4-BE49-F238E27FC236}">
                <a16:creationId xmlns:a16="http://schemas.microsoft.com/office/drawing/2014/main" id="{11E56C4F-FF03-4175-A406-6D18B8FA66A8}"/>
              </a:ext>
            </a:extLst>
          </p:cNvPr>
          <p:cNvSpPr>
            <a:spLocks noGrp="1"/>
          </p:cNvSpPr>
          <p:nvPr>
            <p:ph type="subTitle" idx="1"/>
          </p:nvPr>
        </p:nvSpPr>
        <p:spPr>
          <a:xfrm>
            <a:off x="0" y="5191695"/>
            <a:ext cx="12192000" cy="1655762"/>
          </a:xfrm>
        </p:spPr>
        <p:txBody>
          <a:bodyPr/>
          <a:lstStyle/>
          <a:p>
            <a:r>
              <a:rPr lang="en-PH" b="0" i="0" dirty="0">
                <a:solidFill>
                  <a:srgbClr val="000000"/>
                </a:solidFill>
                <a:effectLst/>
                <a:latin typeface="system-ui"/>
              </a:rPr>
              <a:t>Matthew 28:18-20</a:t>
            </a:r>
            <a:endParaRPr lang="en-PH" dirty="0"/>
          </a:p>
        </p:txBody>
      </p:sp>
    </p:spTree>
    <p:extLst>
      <p:ext uri="{BB962C8B-B14F-4D97-AF65-F5344CB8AC3E}">
        <p14:creationId xmlns:p14="http://schemas.microsoft.com/office/powerpoint/2010/main" val="17231984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DCEEE-FDF1-4F33-A996-3A8F92E6FB76}"/>
              </a:ext>
            </a:extLst>
          </p:cNvPr>
          <p:cNvSpPr>
            <a:spLocks noGrp="1"/>
          </p:cNvSpPr>
          <p:nvPr>
            <p:ph type="ctrTitle"/>
          </p:nvPr>
        </p:nvSpPr>
        <p:spPr>
          <a:xfrm>
            <a:off x="0" y="0"/>
            <a:ext cx="12192000" cy="5099620"/>
          </a:xfrm>
        </p:spPr>
        <p:txBody>
          <a:bodyPr>
            <a:noAutofit/>
          </a:bodyPr>
          <a:lstStyle/>
          <a:p>
            <a:r>
              <a:rPr lang="en-US" sz="4000" b="1" i="0" baseline="30000" dirty="0">
                <a:solidFill>
                  <a:srgbClr val="000000"/>
                </a:solidFill>
                <a:effectLst/>
                <a:latin typeface="system-ui"/>
              </a:rPr>
              <a:t>18 </a:t>
            </a:r>
            <a:r>
              <a:rPr lang="en-US" sz="4000" b="0" i="0" dirty="0">
                <a:solidFill>
                  <a:srgbClr val="000000"/>
                </a:solidFill>
                <a:effectLst/>
                <a:latin typeface="system-ui"/>
              </a:rPr>
              <a:t>Then Jesus came to them and said, “All authority in heaven and on earth has been given to me. </a:t>
            </a:r>
            <a:r>
              <a:rPr lang="en-US" sz="4000" b="1" i="0" baseline="30000" dirty="0">
                <a:solidFill>
                  <a:srgbClr val="000000"/>
                </a:solidFill>
                <a:effectLst/>
                <a:latin typeface="system-ui"/>
              </a:rPr>
              <a:t>19 </a:t>
            </a:r>
            <a:r>
              <a:rPr lang="en-US" sz="4000" b="0" i="0" dirty="0">
                <a:solidFill>
                  <a:srgbClr val="000000"/>
                </a:solidFill>
                <a:effectLst/>
                <a:latin typeface="system-ui"/>
              </a:rPr>
              <a:t>Therefore go and make disciples of all nations, baptizing them in the name of the Father and of the Son and of the Holy Spirit, </a:t>
            </a:r>
            <a:r>
              <a:rPr lang="en-US" sz="4000" b="1" i="0" baseline="30000" dirty="0">
                <a:solidFill>
                  <a:srgbClr val="000000"/>
                </a:solidFill>
                <a:effectLst/>
                <a:latin typeface="system-ui"/>
              </a:rPr>
              <a:t>20 </a:t>
            </a:r>
            <a:r>
              <a:rPr lang="en-US" sz="4000" b="0" i="0" dirty="0">
                <a:solidFill>
                  <a:srgbClr val="000000"/>
                </a:solidFill>
                <a:effectLst/>
                <a:latin typeface="system-ui"/>
              </a:rPr>
              <a:t>and teaching them to obey everything I have commanded you. And surely I am with you always, to the very end of the age.”</a:t>
            </a:r>
            <a:endParaRPr lang="en-PH" sz="4000" dirty="0"/>
          </a:p>
        </p:txBody>
      </p:sp>
      <p:sp>
        <p:nvSpPr>
          <p:cNvPr id="3" name="Subtitle 2">
            <a:extLst>
              <a:ext uri="{FF2B5EF4-FFF2-40B4-BE49-F238E27FC236}">
                <a16:creationId xmlns:a16="http://schemas.microsoft.com/office/drawing/2014/main" id="{11E56C4F-FF03-4175-A406-6D18B8FA66A8}"/>
              </a:ext>
            </a:extLst>
          </p:cNvPr>
          <p:cNvSpPr>
            <a:spLocks noGrp="1"/>
          </p:cNvSpPr>
          <p:nvPr>
            <p:ph type="subTitle" idx="1"/>
          </p:nvPr>
        </p:nvSpPr>
        <p:spPr>
          <a:xfrm>
            <a:off x="0" y="5191695"/>
            <a:ext cx="12192000" cy="1655762"/>
          </a:xfrm>
        </p:spPr>
        <p:txBody>
          <a:bodyPr/>
          <a:lstStyle/>
          <a:p>
            <a:r>
              <a:rPr lang="en-PH" b="0" i="0" dirty="0">
                <a:solidFill>
                  <a:srgbClr val="000000"/>
                </a:solidFill>
                <a:effectLst/>
                <a:latin typeface="system-ui"/>
              </a:rPr>
              <a:t>Matthew 28:18-20</a:t>
            </a:r>
            <a:endParaRPr lang="en-PH" dirty="0"/>
          </a:p>
        </p:txBody>
      </p:sp>
    </p:spTree>
    <p:extLst>
      <p:ext uri="{BB962C8B-B14F-4D97-AF65-F5344CB8AC3E}">
        <p14:creationId xmlns:p14="http://schemas.microsoft.com/office/powerpoint/2010/main" val="2696652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162</Words>
  <Application>Microsoft Office PowerPoint</Application>
  <PresentationFormat>Widescreen</PresentationFormat>
  <Paragraphs>4</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Arial</vt:lpstr>
      <vt:lpstr>Calibri</vt:lpstr>
      <vt:lpstr>Calibri Light</vt:lpstr>
      <vt:lpstr>system-ui</vt:lpstr>
      <vt:lpstr>Office Theme</vt:lpstr>
      <vt:lpstr>18 Then Jesus came to them and said, “All authority in heaven and on earth has been given to me. 19 Therefore go and make disciples of all nations, baptizing them in the name of the Father and of the Son and of the Holy Spirit, 20 and teaching them to obey everything I have commanded you. And surely I am with you always, to the very end of the age.”</vt:lpstr>
      <vt:lpstr>18 Then Jesus came to them and said, “All authority in heaven and on earth has been given to me. 19 Therefore go and make disciples of all nations, baptizing them in the name of the Father and of the Son and of the Holy Spirit, 20 and teaching them to obey everything I have commanded you. And surely I am with you always, to the very end of the age.”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were you searching for me?” he asked. “Didn’t you know I had to be in my Father’s house?”</dc:title>
  <dc:creator>Asus</dc:creator>
  <cp:lastModifiedBy>Asus</cp:lastModifiedBy>
  <cp:revision>22</cp:revision>
  <dcterms:created xsi:type="dcterms:W3CDTF">2023-03-07T02:48:56Z</dcterms:created>
  <dcterms:modified xsi:type="dcterms:W3CDTF">2023-03-07T03:07:28Z</dcterms:modified>
</cp:coreProperties>
</file>